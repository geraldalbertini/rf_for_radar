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4"/>
    <p:sldMasterId id="2147483668" r:id="rId5"/>
  </p:sldMasterIdLst>
  <p:notesMasterIdLst>
    <p:notesMasterId r:id="rId52"/>
  </p:notesMasterIdLst>
  <p:handoutMasterIdLst>
    <p:handoutMasterId r:id="rId53"/>
  </p:handoutMasterIdLst>
  <p:sldIdLst>
    <p:sldId id="256" r:id="rId6"/>
    <p:sldId id="5015" r:id="rId7"/>
    <p:sldId id="5016" r:id="rId8"/>
    <p:sldId id="2090651325" r:id="rId9"/>
    <p:sldId id="2603" r:id="rId10"/>
    <p:sldId id="2604" r:id="rId11"/>
    <p:sldId id="261" r:id="rId12"/>
    <p:sldId id="5009" r:id="rId13"/>
    <p:sldId id="5010" r:id="rId14"/>
    <p:sldId id="5013" r:id="rId15"/>
    <p:sldId id="1467" r:id="rId16"/>
    <p:sldId id="2090651324" r:id="rId17"/>
    <p:sldId id="283" r:id="rId18"/>
    <p:sldId id="303" r:id="rId19"/>
    <p:sldId id="275" r:id="rId20"/>
    <p:sldId id="4967" r:id="rId21"/>
    <p:sldId id="263" r:id="rId22"/>
    <p:sldId id="286" r:id="rId23"/>
    <p:sldId id="312" r:id="rId24"/>
    <p:sldId id="293" r:id="rId25"/>
    <p:sldId id="308" r:id="rId26"/>
    <p:sldId id="264" r:id="rId27"/>
    <p:sldId id="302" r:id="rId28"/>
    <p:sldId id="276" r:id="rId29"/>
    <p:sldId id="284" r:id="rId30"/>
    <p:sldId id="277" r:id="rId31"/>
    <p:sldId id="287" r:id="rId32"/>
    <p:sldId id="300" r:id="rId33"/>
    <p:sldId id="301" r:id="rId34"/>
    <p:sldId id="290" r:id="rId35"/>
    <p:sldId id="292" r:id="rId36"/>
    <p:sldId id="297" r:id="rId37"/>
    <p:sldId id="294" r:id="rId38"/>
    <p:sldId id="309" r:id="rId39"/>
    <p:sldId id="313" r:id="rId40"/>
    <p:sldId id="310" r:id="rId41"/>
    <p:sldId id="4960" r:id="rId42"/>
    <p:sldId id="4961" r:id="rId43"/>
    <p:sldId id="306" r:id="rId44"/>
    <p:sldId id="4970" r:id="rId45"/>
    <p:sldId id="307" r:id="rId46"/>
    <p:sldId id="304" r:id="rId47"/>
    <p:sldId id="305" r:id="rId48"/>
    <p:sldId id="5006" r:id="rId49"/>
    <p:sldId id="2090650358" r:id="rId50"/>
    <p:sldId id="4666"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B6E5AB8-5EEC-417B-BE75-A2A00167C305}">
          <p14:sldIdLst>
            <p14:sldId id="256"/>
          </p14:sldIdLst>
        </p14:section>
        <p14:section name="INTRODUCTION" id="{7128812C-C3DD-4ED8-9408-AC8B4E770593}">
          <p14:sldIdLst>
            <p14:sldId id="5015"/>
            <p14:sldId id="5016"/>
            <p14:sldId id="2090651325"/>
            <p14:sldId id="2603"/>
            <p14:sldId id="2604"/>
            <p14:sldId id="261"/>
            <p14:sldId id="5009"/>
            <p14:sldId id="5010"/>
            <p14:sldId id="5013"/>
          </p14:sldIdLst>
        </p14:section>
        <p14:section name="FOREWORD" id="{AD8A4C38-5187-46DB-98FD-7BBE9890E821}">
          <p14:sldIdLst>
            <p14:sldId id="1467"/>
            <p14:sldId id="2090651324"/>
          </p14:sldIdLst>
        </p14:section>
        <p14:section name="EXERCISES" id="{E783D7D0-3C2A-40DB-81CE-E5194919DBD4}">
          <p14:sldIdLst/>
        </p14:section>
        <p14:section name="EX1" id="{67B3C4E7-8068-4B92-9669-A004D689162D}">
          <p14:sldIdLst>
            <p14:sldId id="283"/>
            <p14:sldId id="303"/>
            <p14:sldId id="275"/>
            <p14:sldId id="4967"/>
            <p14:sldId id="263"/>
          </p14:sldIdLst>
        </p14:section>
        <p14:section name="EX2" id="{7290FF7F-5B7C-4A93-8F5F-016524DB60B3}">
          <p14:sldIdLst>
            <p14:sldId id="286"/>
            <p14:sldId id="312"/>
          </p14:sldIdLst>
        </p14:section>
        <p14:section name="EX3" id="{2DC46816-7FA8-4DAD-A1BA-31F582985A4F}">
          <p14:sldIdLst>
            <p14:sldId id="293"/>
            <p14:sldId id="308"/>
            <p14:sldId id="264"/>
            <p14:sldId id="302"/>
            <p14:sldId id="276"/>
            <p14:sldId id="284"/>
            <p14:sldId id="277"/>
            <p14:sldId id="287"/>
            <p14:sldId id="300"/>
            <p14:sldId id="301"/>
            <p14:sldId id="290"/>
            <p14:sldId id="292"/>
            <p14:sldId id="297"/>
            <p14:sldId id="294"/>
            <p14:sldId id="309"/>
            <p14:sldId id="313"/>
            <p14:sldId id="310"/>
            <p14:sldId id="4960"/>
            <p14:sldId id="4961"/>
          </p14:sldIdLst>
        </p14:section>
        <p14:section name="Bonus" id="{C2CB289C-97B3-4A70-844C-51F21EB4CCD3}">
          <p14:sldIdLst>
            <p14:sldId id="306"/>
            <p14:sldId id="4970"/>
            <p14:sldId id="307"/>
            <p14:sldId id="304"/>
            <p14:sldId id="305"/>
          </p14:sldIdLst>
        </p14:section>
        <p14:section name="STEP3" id="{A199F083-A121-46DF-9C6C-AF9C2175DF62}">
          <p14:sldIdLst/>
        </p14:section>
        <p14:section name="CONCLUSIONS" id="{6A1F44E2-A7D7-446B-B537-6C94B6074EAD}">
          <p14:sldIdLst>
            <p14:sldId id="5006"/>
            <p14:sldId id="2090650358"/>
            <p14:sldId id="4666"/>
          </p14:sldIdLst>
        </p14:section>
      </p14:sectionLst>
    </p:ext>
    <p:ext uri="{EFAFB233-063F-42B5-8137-9DF3F51BA10A}">
      <p15:sldGuideLst xmlns:p15="http://schemas.microsoft.com/office/powerpoint/2012/main">
        <p15:guide id="1" orient="horz" pos="2160" userDrawn="1">
          <p15:clr>
            <a:srgbClr val="A4A3A4"/>
          </p15:clr>
        </p15:guide>
        <p15:guide id="2" pos="3841"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F2FD17-8CDD-C86B-1FD5-F10DFA0047DD}" name="Leif Hille" initials="LH" userId="S::lhille@mathworks.com::5a8150e9-92e4-4d47-a56f-2763f5baf701" providerId="AD"/>
  <p188:author id="{9B496334-BEEE-10FB-AA8B-DE7D58613A45}" name="Chris Chang" initials="" userId="S::chrisc@mathworks.com::7adc70d8-b72f-403f-acce-1316343c963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8A23F"/>
    <a:srgbClr val="8BCF84"/>
    <a:srgbClr val="FFFFFF"/>
    <a:srgbClr val="0076A8"/>
    <a:srgbClr val="0000CC"/>
    <a:srgbClr val="61AF59"/>
    <a:srgbClr val="B6DAB2"/>
    <a:srgbClr val="ED2C05"/>
    <a:srgbClr val="B0D0E4"/>
    <a:srgbClr val="97BA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514E19-C67A-48D8-9750-9B198300AAF7}" v="347" dt="2026-05-04T08:59:00.5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488" autoAdjust="0"/>
    <p:restoredTop sz="94601" autoAdjust="0"/>
  </p:normalViewPr>
  <p:slideViewPr>
    <p:cSldViewPr snapToGrid="0">
      <p:cViewPr varScale="1">
        <p:scale>
          <a:sx n="65" d="100"/>
          <a:sy n="65" d="100"/>
        </p:scale>
        <p:origin x="480" y="272"/>
      </p:cViewPr>
      <p:guideLst>
        <p:guide orient="horz" pos="2160"/>
        <p:guide pos="3841"/>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handoutMaster" Target="handoutMasters/handoutMaster1.xml"/><Relationship Id="rId58" Type="http://schemas.microsoft.com/office/2016/11/relationships/changesInfo" Target="changesInfos/changesInfo1.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microsoft.com/office/2015/10/relationships/revisionInfo" Target="revisionInfo.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tableStyles" Target="tableStyle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notesMaster" Target="notesMasters/notesMaster1.xml"/><Relationship Id="rId6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ald Albertini" userId="508021ac-5274-4e49-9dce-c4f9d855e991" providerId="ADAL" clId="{EA74B297-E1D8-4D36-B132-3166C3E767B4}"/>
    <pc:docChg chg="undo custSel addSld delSld modSld sldOrd addSection delSection modSection">
      <pc:chgData name="Gerald Albertini" userId="508021ac-5274-4e49-9dce-c4f9d855e991" providerId="ADAL" clId="{EA74B297-E1D8-4D36-B132-3166C3E767B4}" dt="2026-05-04T08:59:00.517" v="862" actId="20577"/>
      <pc:docMkLst>
        <pc:docMk/>
      </pc:docMkLst>
      <pc:sldChg chg="ord">
        <pc:chgData name="Gerald Albertini" userId="508021ac-5274-4e49-9dce-c4f9d855e991" providerId="ADAL" clId="{EA74B297-E1D8-4D36-B132-3166C3E767B4}" dt="2026-05-04T08:27:41.312" v="613"/>
        <pc:sldMkLst>
          <pc:docMk/>
          <pc:sldMk cId="0" sldId="261"/>
        </pc:sldMkLst>
      </pc:sldChg>
      <pc:sldChg chg="modSp del mod ord">
        <pc:chgData name="Gerald Albertini" userId="508021ac-5274-4e49-9dce-c4f9d855e991" providerId="ADAL" clId="{EA74B297-E1D8-4D36-B132-3166C3E767B4}" dt="2026-05-04T08:32:42.796" v="721" actId="47"/>
        <pc:sldMkLst>
          <pc:docMk/>
          <pc:sldMk cId="1514516049" sldId="262"/>
        </pc:sldMkLst>
        <pc:spChg chg="mod">
          <ac:chgData name="Gerald Albertini" userId="508021ac-5274-4e49-9dce-c4f9d855e991" providerId="ADAL" clId="{EA74B297-E1D8-4D36-B132-3166C3E767B4}" dt="2026-05-04T08:29:58.420" v="687" actId="6549"/>
          <ac:spMkLst>
            <pc:docMk/>
            <pc:sldMk cId="1514516049" sldId="262"/>
            <ac:spMk id="2" creationId="{8936DFE2-5C8D-4370-03FB-0563B9CA3EAD}"/>
          </ac:spMkLst>
        </pc:spChg>
      </pc:sldChg>
      <pc:sldChg chg="ord">
        <pc:chgData name="Gerald Albertini" userId="508021ac-5274-4e49-9dce-c4f9d855e991" providerId="ADAL" clId="{EA74B297-E1D8-4D36-B132-3166C3E767B4}" dt="2026-05-04T08:28:19.582" v="622"/>
        <pc:sldMkLst>
          <pc:docMk/>
          <pc:sldMk cId="3327911908" sldId="263"/>
        </pc:sldMkLst>
      </pc:sldChg>
      <pc:sldChg chg="ord">
        <pc:chgData name="Gerald Albertini" userId="508021ac-5274-4e49-9dce-c4f9d855e991" providerId="ADAL" clId="{EA74B297-E1D8-4D36-B132-3166C3E767B4}" dt="2026-05-04T08:30:54.099" v="696"/>
        <pc:sldMkLst>
          <pc:docMk/>
          <pc:sldMk cId="3789268986" sldId="264"/>
        </pc:sldMkLst>
      </pc:sldChg>
      <pc:sldChg chg="del">
        <pc:chgData name="Gerald Albertini" userId="508021ac-5274-4e49-9dce-c4f9d855e991" providerId="ADAL" clId="{EA74B297-E1D8-4D36-B132-3166C3E767B4}" dt="2026-05-04T08:31:11.020" v="699" actId="47"/>
        <pc:sldMkLst>
          <pc:docMk/>
          <pc:sldMk cId="2600634638" sldId="265"/>
        </pc:sldMkLst>
      </pc:sldChg>
      <pc:sldChg chg="modSp ord">
        <pc:chgData name="Gerald Albertini" userId="508021ac-5274-4e49-9dce-c4f9d855e991" providerId="ADAL" clId="{EA74B297-E1D8-4D36-B132-3166C3E767B4}" dt="2026-05-04T08:33:19.441" v="740" actId="20577"/>
        <pc:sldMkLst>
          <pc:docMk/>
          <pc:sldMk cId="2784395857" sldId="275"/>
        </pc:sldMkLst>
        <pc:spChg chg="mod">
          <ac:chgData name="Gerald Albertini" userId="508021ac-5274-4e49-9dce-c4f9d855e991" providerId="ADAL" clId="{EA74B297-E1D8-4D36-B132-3166C3E767B4}" dt="2026-05-04T08:33:19.441" v="740" actId="20577"/>
          <ac:spMkLst>
            <pc:docMk/>
            <pc:sldMk cId="2784395857" sldId="275"/>
            <ac:spMk id="4" creationId="{B1CC8BBC-C303-1B64-4F44-885FB13C6CD7}"/>
          </ac:spMkLst>
        </pc:spChg>
        <pc:spChg chg="mod">
          <ac:chgData name="Gerald Albertini" userId="508021ac-5274-4e49-9dce-c4f9d855e991" providerId="ADAL" clId="{EA74B297-E1D8-4D36-B132-3166C3E767B4}" dt="2026-05-04T08:32:57.311" v="728" actId="20577"/>
          <ac:spMkLst>
            <pc:docMk/>
            <pc:sldMk cId="2784395857" sldId="275"/>
            <ac:spMk id="6" creationId="{7EB47055-EC38-51E3-D583-7D90592358F8}"/>
          </ac:spMkLst>
        </pc:spChg>
      </pc:sldChg>
      <pc:sldChg chg="ord">
        <pc:chgData name="Gerald Albertini" userId="508021ac-5274-4e49-9dce-c4f9d855e991" providerId="ADAL" clId="{EA74B297-E1D8-4D36-B132-3166C3E767B4}" dt="2026-05-04T08:34:25.929" v="782"/>
        <pc:sldMkLst>
          <pc:docMk/>
          <pc:sldMk cId="1416013386" sldId="276"/>
        </pc:sldMkLst>
      </pc:sldChg>
      <pc:sldChg chg="ord">
        <pc:chgData name="Gerald Albertini" userId="508021ac-5274-4e49-9dce-c4f9d855e991" providerId="ADAL" clId="{EA74B297-E1D8-4D36-B132-3166C3E767B4}" dt="2026-05-04T08:34:35.251" v="786"/>
        <pc:sldMkLst>
          <pc:docMk/>
          <pc:sldMk cId="2611963393" sldId="277"/>
        </pc:sldMkLst>
      </pc:sldChg>
      <pc:sldChg chg="modSp mod ord">
        <pc:chgData name="Gerald Albertini" userId="508021ac-5274-4e49-9dce-c4f9d855e991" providerId="ADAL" clId="{EA74B297-E1D8-4D36-B132-3166C3E767B4}" dt="2026-05-04T08:31:31.276" v="711" actId="20577"/>
        <pc:sldMkLst>
          <pc:docMk/>
          <pc:sldMk cId="3190763462" sldId="283"/>
        </pc:sldMkLst>
        <pc:spChg chg="mod">
          <ac:chgData name="Gerald Albertini" userId="508021ac-5274-4e49-9dce-c4f9d855e991" providerId="ADAL" clId="{EA74B297-E1D8-4D36-B132-3166C3E767B4}" dt="2026-05-04T08:31:31.276" v="711" actId="20577"/>
          <ac:spMkLst>
            <pc:docMk/>
            <pc:sldMk cId="3190763462" sldId="283"/>
            <ac:spMk id="4" creationId="{07191C30-E77D-AF00-6E6E-44025ACFB84C}"/>
          </ac:spMkLst>
        </pc:spChg>
      </pc:sldChg>
      <pc:sldChg chg="ord">
        <pc:chgData name="Gerald Albertini" userId="508021ac-5274-4e49-9dce-c4f9d855e991" providerId="ADAL" clId="{EA74B297-E1D8-4D36-B132-3166C3E767B4}" dt="2026-05-04T08:34:31.225" v="784"/>
        <pc:sldMkLst>
          <pc:docMk/>
          <pc:sldMk cId="313034441" sldId="284"/>
        </pc:sldMkLst>
      </pc:sldChg>
      <pc:sldChg chg="add del">
        <pc:chgData name="Gerald Albertini" userId="508021ac-5274-4e49-9dce-c4f9d855e991" providerId="ADAL" clId="{EA74B297-E1D8-4D36-B132-3166C3E767B4}" dt="2026-05-04T07:44:12.658" v="182" actId="47"/>
        <pc:sldMkLst>
          <pc:docMk/>
          <pc:sldMk cId="3605473678" sldId="285"/>
        </pc:sldMkLst>
      </pc:sldChg>
      <pc:sldChg chg="modSp mod ord">
        <pc:chgData name="Gerald Albertini" userId="508021ac-5274-4e49-9dce-c4f9d855e991" providerId="ADAL" clId="{EA74B297-E1D8-4D36-B132-3166C3E767B4}" dt="2026-05-04T08:34:11.893" v="778" actId="20577"/>
        <pc:sldMkLst>
          <pc:docMk/>
          <pc:sldMk cId="4194681335" sldId="286"/>
        </pc:sldMkLst>
        <pc:spChg chg="mod">
          <ac:chgData name="Gerald Albertini" userId="508021ac-5274-4e49-9dce-c4f9d855e991" providerId="ADAL" clId="{EA74B297-E1D8-4D36-B132-3166C3E767B4}" dt="2026-05-04T08:34:11.893" v="778" actId="20577"/>
          <ac:spMkLst>
            <pc:docMk/>
            <pc:sldMk cId="4194681335" sldId="286"/>
            <ac:spMk id="4" creationId="{532AA7EC-0540-AC46-3C97-861D67470F78}"/>
          </ac:spMkLst>
        </pc:spChg>
      </pc:sldChg>
      <pc:sldChg chg="ord">
        <pc:chgData name="Gerald Albertini" userId="508021ac-5274-4e49-9dce-c4f9d855e991" providerId="ADAL" clId="{EA74B297-E1D8-4D36-B132-3166C3E767B4}" dt="2026-05-04T08:34:39.697" v="788"/>
        <pc:sldMkLst>
          <pc:docMk/>
          <pc:sldMk cId="163314063" sldId="287"/>
        </pc:sldMkLst>
      </pc:sldChg>
      <pc:sldChg chg="ord">
        <pc:chgData name="Gerald Albertini" userId="508021ac-5274-4e49-9dce-c4f9d855e991" providerId="ADAL" clId="{EA74B297-E1D8-4D36-B132-3166C3E767B4}" dt="2026-05-04T08:35:05.099" v="795"/>
        <pc:sldMkLst>
          <pc:docMk/>
          <pc:sldMk cId="2919221063" sldId="290"/>
        </pc:sldMkLst>
      </pc:sldChg>
      <pc:sldChg chg="ord">
        <pc:chgData name="Gerald Albertini" userId="508021ac-5274-4e49-9dce-c4f9d855e991" providerId="ADAL" clId="{EA74B297-E1D8-4D36-B132-3166C3E767B4}" dt="2026-05-04T08:35:22.171" v="797"/>
        <pc:sldMkLst>
          <pc:docMk/>
          <pc:sldMk cId="1351761382" sldId="292"/>
        </pc:sldMkLst>
      </pc:sldChg>
      <pc:sldChg chg="ord">
        <pc:chgData name="Gerald Albertini" userId="508021ac-5274-4e49-9dce-c4f9d855e991" providerId="ADAL" clId="{EA74B297-E1D8-4D36-B132-3166C3E767B4}" dt="2026-05-04T08:36:13.136" v="806"/>
        <pc:sldMkLst>
          <pc:docMk/>
          <pc:sldMk cId="76500352" sldId="293"/>
        </pc:sldMkLst>
      </pc:sldChg>
      <pc:sldChg chg="ord">
        <pc:chgData name="Gerald Albertini" userId="508021ac-5274-4e49-9dce-c4f9d855e991" providerId="ADAL" clId="{EA74B297-E1D8-4D36-B132-3166C3E767B4}" dt="2026-05-04T08:36:47.444" v="809"/>
        <pc:sldMkLst>
          <pc:docMk/>
          <pc:sldMk cId="2508703035" sldId="294"/>
        </pc:sldMkLst>
      </pc:sldChg>
      <pc:sldChg chg="del">
        <pc:chgData name="Gerald Albertini" userId="508021ac-5274-4e49-9dce-c4f9d855e991" providerId="ADAL" clId="{EA74B297-E1D8-4D36-B132-3166C3E767B4}" dt="2026-05-04T08:34:42.782" v="789" actId="47"/>
        <pc:sldMkLst>
          <pc:docMk/>
          <pc:sldMk cId="2654460418" sldId="295"/>
        </pc:sldMkLst>
      </pc:sldChg>
      <pc:sldChg chg="ord">
        <pc:chgData name="Gerald Albertini" userId="508021ac-5274-4e49-9dce-c4f9d855e991" providerId="ADAL" clId="{EA74B297-E1D8-4D36-B132-3166C3E767B4}" dt="2026-05-04T08:35:28.419" v="799"/>
        <pc:sldMkLst>
          <pc:docMk/>
          <pc:sldMk cId="3631818223" sldId="297"/>
        </pc:sldMkLst>
      </pc:sldChg>
      <pc:sldChg chg="del">
        <pc:chgData name="Gerald Albertini" userId="508021ac-5274-4e49-9dce-c4f9d855e991" providerId="ADAL" clId="{EA74B297-E1D8-4D36-B132-3166C3E767B4}" dt="2026-05-04T08:29:19.240" v="631" actId="47"/>
        <pc:sldMkLst>
          <pc:docMk/>
          <pc:sldMk cId="4194676858" sldId="298"/>
        </pc:sldMkLst>
      </pc:sldChg>
      <pc:sldChg chg="ord">
        <pc:chgData name="Gerald Albertini" userId="508021ac-5274-4e49-9dce-c4f9d855e991" providerId="ADAL" clId="{EA74B297-E1D8-4D36-B132-3166C3E767B4}" dt="2026-05-04T08:34:48.583" v="791"/>
        <pc:sldMkLst>
          <pc:docMk/>
          <pc:sldMk cId="1780431005" sldId="300"/>
        </pc:sldMkLst>
      </pc:sldChg>
      <pc:sldChg chg="ord">
        <pc:chgData name="Gerald Albertini" userId="508021ac-5274-4e49-9dce-c4f9d855e991" providerId="ADAL" clId="{EA74B297-E1D8-4D36-B132-3166C3E767B4}" dt="2026-05-04T08:34:56.327" v="793"/>
        <pc:sldMkLst>
          <pc:docMk/>
          <pc:sldMk cId="3701362232" sldId="301"/>
        </pc:sldMkLst>
      </pc:sldChg>
      <pc:sldChg chg="ord">
        <pc:chgData name="Gerald Albertini" userId="508021ac-5274-4e49-9dce-c4f9d855e991" providerId="ADAL" clId="{EA74B297-E1D8-4D36-B132-3166C3E767B4}" dt="2026-05-04T08:34:22.790" v="780"/>
        <pc:sldMkLst>
          <pc:docMk/>
          <pc:sldMk cId="233255241" sldId="302"/>
        </pc:sldMkLst>
      </pc:sldChg>
      <pc:sldChg chg="ord">
        <pc:chgData name="Gerald Albertini" userId="508021ac-5274-4e49-9dce-c4f9d855e991" providerId="ADAL" clId="{EA74B297-E1D8-4D36-B132-3166C3E767B4}" dt="2026-05-04T08:31:47.315" v="714"/>
        <pc:sldMkLst>
          <pc:docMk/>
          <pc:sldMk cId="1550071696" sldId="303"/>
        </pc:sldMkLst>
      </pc:sldChg>
      <pc:sldChg chg="ord">
        <pc:chgData name="Gerald Albertini" userId="508021ac-5274-4e49-9dce-c4f9d855e991" providerId="ADAL" clId="{EA74B297-E1D8-4D36-B132-3166C3E767B4}" dt="2026-05-04T08:35:48.143" v="801"/>
        <pc:sldMkLst>
          <pc:docMk/>
          <pc:sldMk cId="1325624944" sldId="304"/>
        </pc:sldMkLst>
      </pc:sldChg>
      <pc:sldChg chg="ord">
        <pc:chgData name="Gerald Albertini" userId="508021ac-5274-4e49-9dce-c4f9d855e991" providerId="ADAL" clId="{EA74B297-E1D8-4D36-B132-3166C3E767B4}" dt="2026-05-04T08:35:48.143" v="801"/>
        <pc:sldMkLst>
          <pc:docMk/>
          <pc:sldMk cId="3132505347" sldId="305"/>
        </pc:sldMkLst>
      </pc:sldChg>
      <pc:sldChg chg="ord">
        <pc:chgData name="Gerald Albertini" userId="508021ac-5274-4e49-9dce-c4f9d855e991" providerId="ADAL" clId="{EA74B297-E1D8-4D36-B132-3166C3E767B4}" dt="2026-05-04T08:35:48.143" v="801"/>
        <pc:sldMkLst>
          <pc:docMk/>
          <pc:sldMk cId="1738860012" sldId="306"/>
        </pc:sldMkLst>
      </pc:sldChg>
      <pc:sldChg chg="ord">
        <pc:chgData name="Gerald Albertini" userId="508021ac-5274-4e49-9dce-c4f9d855e991" providerId="ADAL" clId="{EA74B297-E1D8-4D36-B132-3166C3E767B4}" dt="2026-05-04T08:35:48.143" v="801"/>
        <pc:sldMkLst>
          <pc:docMk/>
          <pc:sldMk cId="2086814827" sldId="307"/>
        </pc:sldMkLst>
      </pc:sldChg>
      <pc:sldChg chg="ord">
        <pc:chgData name="Gerald Albertini" userId="508021ac-5274-4e49-9dce-c4f9d855e991" providerId="ADAL" clId="{EA74B297-E1D8-4D36-B132-3166C3E767B4}" dt="2026-05-04T08:37:38.881" v="815"/>
        <pc:sldMkLst>
          <pc:docMk/>
          <pc:sldMk cId="2193616345" sldId="308"/>
        </pc:sldMkLst>
      </pc:sldChg>
      <pc:sldChg chg="ord">
        <pc:chgData name="Gerald Albertini" userId="508021ac-5274-4e49-9dce-c4f9d855e991" providerId="ADAL" clId="{EA74B297-E1D8-4D36-B132-3166C3E767B4}" dt="2026-05-04T08:36:47.444" v="809"/>
        <pc:sldMkLst>
          <pc:docMk/>
          <pc:sldMk cId="94278546" sldId="309"/>
        </pc:sldMkLst>
      </pc:sldChg>
      <pc:sldChg chg="ord">
        <pc:chgData name="Gerald Albertini" userId="508021ac-5274-4e49-9dce-c4f9d855e991" providerId="ADAL" clId="{EA74B297-E1D8-4D36-B132-3166C3E767B4}" dt="2026-05-04T08:38:41.646" v="823"/>
        <pc:sldMkLst>
          <pc:docMk/>
          <pc:sldMk cId="896701261" sldId="310"/>
        </pc:sldMkLst>
      </pc:sldChg>
      <pc:sldChg chg="ord">
        <pc:chgData name="Gerald Albertini" userId="508021ac-5274-4e49-9dce-c4f9d855e991" providerId="ADAL" clId="{EA74B297-E1D8-4D36-B132-3166C3E767B4}" dt="2026-05-04T08:38:18.950" v="821"/>
        <pc:sldMkLst>
          <pc:docMk/>
          <pc:sldMk cId="2574726715" sldId="312"/>
        </pc:sldMkLst>
      </pc:sldChg>
      <pc:sldChg chg="ord">
        <pc:chgData name="Gerald Albertini" userId="508021ac-5274-4e49-9dce-c4f9d855e991" providerId="ADAL" clId="{EA74B297-E1D8-4D36-B132-3166C3E767B4}" dt="2026-05-04T08:38:41.646" v="823"/>
        <pc:sldMkLst>
          <pc:docMk/>
          <pc:sldMk cId="2347080337" sldId="313"/>
        </pc:sldMkLst>
      </pc:sldChg>
      <pc:sldChg chg="del">
        <pc:chgData name="Gerald Albertini" userId="508021ac-5274-4e49-9dce-c4f9d855e991" providerId="ADAL" clId="{EA74B297-E1D8-4D36-B132-3166C3E767B4}" dt="2026-05-04T08:29:04.209" v="628" actId="47"/>
        <pc:sldMkLst>
          <pc:docMk/>
          <pc:sldMk cId="3751261057" sldId="316"/>
        </pc:sldMkLst>
      </pc:sldChg>
      <pc:sldChg chg="add del">
        <pc:chgData name="Gerald Albertini" userId="508021ac-5274-4e49-9dce-c4f9d855e991" providerId="ADAL" clId="{EA74B297-E1D8-4D36-B132-3166C3E767B4}" dt="2026-05-04T07:44:30.070" v="191" actId="47"/>
        <pc:sldMkLst>
          <pc:docMk/>
          <pc:sldMk cId="1391920776" sldId="748"/>
        </pc:sldMkLst>
      </pc:sldChg>
      <pc:sldChg chg="mod ord modShow">
        <pc:chgData name="Gerald Albertini" userId="508021ac-5274-4e49-9dce-c4f9d855e991" providerId="ADAL" clId="{EA74B297-E1D8-4D36-B132-3166C3E767B4}" dt="2026-05-04T08:39:19.499" v="835" actId="729"/>
        <pc:sldMkLst>
          <pc:docMk/>
          <pc:sldMk cId="1716774347" sldId="1467"/>
        </pc:sldMkLst>
      </pc:sldChg>
      <pc:sldChg chg="add del">
        <pc:chgData name="Gerald Albertini" userId="508021ac-5274-4e49-9dce-c4f9d855e991" providerId="ADAL" clId="{EA74B297-E1D8-4D36-B132-3166C3E767B4}" dt="2026-05-04T07:44:23.547" v="186" actId="47"/>
        <pc:sldMkLst>
          <pc:docMk/>
          <pc:sldMk cId="3065194108" sldId="2540"/>
        </pc:sldMkLst>
      </pc:sldChg>
      <pc:sldChg chg="delSp modSp add mod ord">
        <pc:chgData name="Gerald Albertini" userId="508021ac-5274-4e49-9dce-c4f9d855e991" providerId="ADAL" clId="{EA74B297-E1D8-4D36-B132-3166C3E767B4}" dt="2026-05-04T07:46:03.930" v="269" actId="20577"/>
        <pc:sldMkLst>
          <pc:docMk/>
          <pc:sldMk cId="1561307248" sldId="2603"/>
        </pc:sldMkLst>
        <pc:spChg chg="mod">
          <ac:chgData name="Gerald Albertini" userId="508021ac-5274-4e49-9dce-c4f9d855e991" providerId="ADAL" clId="{EA74B297-E1D8-4D36-B132-3166C3E767B4}" dt="2026-05-04T07:46:03.930" v="269" actId="20577"/>
          <ac:spMkLst>
            <pc:docMk/>
            <pc:sldMk cId="1561307248" sldId="2603"/>
            <ac:spMk id="7" creationId="{F9846D45-5A45-5400-11E1-AA735A7315C1}"/>
          </ac:spMkLst>
        </pc:spChg>
        <pc:picChg chg="del">
          <ac:chgData name="Gerald Albertini" userId="508021ac-5274-4e49-9dce-c4f9d855e991" providerId="ADAL" clId="{EA74B297-E1D8-4D36-B132-3166C3E767B4}" dt="2026-05-04T07:44:18.646" v="185" actId="478"/>
          <ac:picMkLst>
            <pc:docMk/>
            <pc:sldMk cId="1561307248" sldId="2603"/>
            <ac:picMk id="4" creationId="{15EF8A7C-EC35-A27C-EC7E-E9D17474B22E}"/>
          </ac:picMkLst>
        </pc:picChg>
      </pc:sldChg>
      <pc:sldChg chg="addSp delSp modSp add mod ord delAnim">
        <pc:chgData name="Gerald Albertini" userId="508021ac-5274-4e49-9dce-c4f9d855e991" providerId="ADAL" clId="{EA74B297-E1D8-4D36-B132-3166C3E767B4}" dt="2026-05-04T08:16:32.470" v="599" actId="1076"/>
        <pc:sldMkLst>
          <pc:docMk/>
          <pc:sldMk cId="1239953396" sldId="2604"/>
        </pc:sldMkLst>
        <pc:spChg chg="mod">
          <ac:chgData name="Gerald Albertini" userId="508021ac-5274-4e49-9dce-c4f9d855e991" providerId="ADAL" clId="{EA74B297-E1D8-4D36-B132-3166C3E767B4}" dt="2026-05-04T08:15:09.226" v="583" actId="1076"/>
          <ac:spMkLst>
            <pc:docMk/>
            <pc:sldMk cId="1239953396" sldId="2604"/>
            <ac:spMk id="3" creationId="{1568FC6A-AF2F-4809-C4EE-26CA9EE1192A}"/>
          </ac:spMkLst>
        </pc:spChg>
        <pc:picChg chg="del">
          <ac:chgData name="Gerald Albertini" userId="508021ac-5274-4e49-9dce-c4f9d855e991" providerId="ADAL" clId="{EA74B297-E1D8-4D36-B132-3166C3E767B4}" dt="2026-05-04T07:46:13.351" v="272" actId="478"/>
          <ac:picMkLst>
            <pc:docMk/>
            <pc:sldMk cId="1239953396" sldId="2604"/>
            <ac:picMk id="4" creationId="{ACA9D269-1162-3816-1066-76DE38CF7FDA}"/>
          </ac:picMkLst>
        </pc:picChg>
        <pc:picChg chg="del">
          <ac:chgData name="Gerald Albertini" userId="508021ac-5274-4e49-9dce-c4f9d855e991" providerId="ADAL" clId="{EA74B297-E1D8-4D36-B132-3166C3E767B4}" dt="2026-05-04T07:46:14.244" v="274" actId="478"/>
          <ac:picMkLst>
            <pc:docMk/>
            <pc:sldMk cId="1239953396" sldId="2604"/>
            <ac:picMk id="5" creationId="{A5CE202E-ADBF-2CAB-894D-19AB841C87DE}"/>
          </ac:picMkLst>
        </pc:picChg>
        <pc:picChg chg="del">
          <ac:chgData name="Gerald Albertini" userId="508021ac-5274-4e49-9dce-c4f9d855e991" providerId="ADAL" clId="{EA74B297-E1D8-4D36-B132-3166C3E767B4}" dt="2026-05-04T07:46:13.781" v="273" actId="478"/>
          <ac:picMkLst>
            <pc:docMk/>
            <pc:sldMk cId="1239953396" sldId="2604"/>
            <ac:picMk id="6" creationId="{8EEC59E0-95C9-FF32-0E45-419963AE7DF2}"/>
          </ac:picMkLst>
        </pc:picChg>
        <pc:picChg chg="add mod">
          <ac:chgData name="Gerald Albertini" userId="508021ac-5274-4e49-9dce-c4f9d855e991" providerId="ADAL" clId="{EA74B297-E1D8-4D36-B132-3166C3E767B4}" dt="2026-05-04T08:08:04.328" v="512" actId="167"/>
          <ac:picMkLst>
            <pc:docMk/>
            <pc:sldMk cId="1239953396" sldId="2604"/>
            <ac:picMk id="1026" creationId="{E751C882-7256-0CD5-C556-712223C9B2F0}"/>
          </ac:picMkLst>
        </pc:picChg>
        <pc:picChg chg="add mod">
          <ac:chgData name="Gerald Albertini" userId="508021ac-5274-4e49-9dce-c4f9d855e991" providerId="ADAL" clId="{EA74B297-E1D8-4D36-B132-3166C3E767B4}" dt="2026-05-04T08:16:21.292" v="598" actId="1076"/>
          <ac:picMkLst>
            <pc:docMk/>
            <pc:sldMk cId="1239953396" sldId="2604"/>
            <ac:picMk id="1028" creationId="{73AA3C40-A8C4-A4BE-CB7A-03E2F425C34F}"/>
          </ac:picMkLst>
        </pc:picChg>
        <pc:picChg chg="add mod">
          <ac:chgData name="Gerald Albertini" userId="508021ac-5274-4e49-9dce-c4f9d855e991" providerId="ADAL" clId="{EA74B297-E1D8-4D36-B132-3166C3E767B4}" dt="2026-05-04T08:15:09.226" v="583" actId="1076"/>
          <ac:picMkLst>
            <pc:docMk/>
            <pc:sldMk cId="1239953396" sldId="2604"/>
            <ac:picMk id="1030" creationId="{F95184EA-5B91-A459-0341-971C8D2D72F1}"/>
          </ac:picMkLst>
        </pc:picChg>
        <pc:picChg chg="add mod">
          <ac:chgData name="Gerald Albertini" userId="508021ac-5274-4e49-9dce-c4f9d855e991" providerId="ADAL" clId="{EA74B297-E1D8-4D36-B132-3166C3E767B4}" dt="2026-05-04T08:16:32.470" v="599" actId="1076"/>
          <ac:picMkLst>
            <pc:docMk/>
            <pc:sldMk cId="1239953396" sldId="2604"/>
            <ac:picMk id="2050" creationId="{1CA28B1F-5EF7-F47E-CB21-5F714B49C751}"/>
          </ac:picMkLst>
        </pc:picChg>
      </pc:sldChg>
      <pc:sldChg chg="add del">
        <pc:chgData name="Gerald Albertini" userId="508021ac-5274-4e49-9dce-c4f9d855e991" providerId="ADAL" clId="{EA74B297-E1D8-4D36-B132-3166C3E767B4}" dt="2026-05-04T07:44:42.894" v="197" actId="47"/>
        <pc:sldMkLst>
          <pc:docMk/>
          <pc:sldMk cId="3027854823" sldId="2605"/>
        </pc:sldMkLst>
      </pc:sldChg>
      <pc:sldChg chg="add del">
        <pc:chgData name="Gerald Albertini" userId="508021ac-5274-4e49-9dce-c4f9d855e991" providerId="ADAL" clId="{EA74B297-E1D8-4D36-B132-3166C3E767B4}" dt="2026-05-04T07:44:45.412" v="199" actId="47"/>
        <pc:sldMkLst>
          <pc:docMk/>
          <pc:sldMk cId="2304178611" sldId="2606"/>
        </pc:sldMkLst>
      </pc:sldChg>
      <pc:sldChg chg="add del">
        <pc:chgData name="Gerald Albertini" userId="508021ac-5274-4e49-9dce-c4f9d855e991" providerId="ADAL" clId="{EA74B297-E1D8-4D36-B132-3166C3E767B4}" dt="2026-05-04T07:44:44.288" v="198" actId="47"/>
        <pc:sldMkLst>
          <pc:docMk/>
          <pc:sldMk cId="465132354" sldId="2607"/>
        </pc:sldMkLst>
      </pc:sldChg>
      <pc:sldChg chg="ord">
        <pc:chgData name="Gerald Albertini" userId="508021ac-5274-4e49-9dce-c4f9d855e991" providerId="ADAL" clId="{EA74B297-E1D8-4D36-B132-3166C3E767B4}" dt="2026-05-04T08:38:41.646" v="823"/>
        <pc:sldMkLst>
          <pc:docMk/>
          <pc:sldMk cId="1977943634" sldId="4960"/>
        </pc:sldMkLst>
      </pc:sldChg>
      <pc:sldChg chg="ord">
        <pc:chgData name="Gerald Albertini" userId="508021ac-5274-4e49-9dce-c4f9d855e991" providerId="ADAL" clId="{EA74B297-E1D8-4D36-B132-3166C3E767B4}" dt="2026-05-04T08:38:41.646" v="823"/>
        <pc:sldMkLst>
          <pc:docMk/>
          <pc:sldMk cId="576085434" sldId="4961"/>
        </pc:sldMkLst>
      </pc:sldChg>
      <pc:sldChg chg="del">
        <pc:chgData name="Gerald Albertini" userId="508021ac-5274-4e49-9dce-c4f9d855e991" providerId="ADAL" clId="{EA74B297-E1D8-4D36-B132-3166C3E767B4}" dt="2026-05-04T08:29:20.629" v="632" actId="47"/>
        <pc:sldMkLst>
          <pc:docMk/>
          <pc:sldMk cId="270924947" sldId="4963"/>
        </pc:sldMkLst>
      </pc:sldChg>
      <pc:sldChg chg="del">
        <pc:chgData name="Gerald Albertini" userId="508021ac-5274-4e49-9dce-c4f9d855e991" providerId="ADAL" clId="{EA74B297-E1D8-4D36-B132-3166C3E767B4}" dt="2026-05-04T08:32:07.420" v="716" actId="47"/>
        <pc:sldMkLst>
          <pc:docMk/>
          <pc:sldMk cId="728451040" sldId="4965"/>
        </pc:sldMkLst>
      </pc:sldChg>
      <pc:sldChg chg="del">
        <pc:chgData name="Gerald Albertini" userId="508021ac-5274-4e49-9dce-c4f9d855e991" providerId="ADAL" clId="{EA74B297-E1D8-4D36-B132-3166C3E767B4}" dt="2026-05-04T08:36:33.198" v="807" actId="47"/>
        <pc:sldMkLst>
          <pc:docMk/>
          <pc:sldMk cId="2536764873" sldId="4966"/>
        </pc:sldMkLst>
      </pc:sldChg>
      <pc:sldChg chg="ord">
        <pc:chgData name="Gerald Albertini" userId="508021ac-5274-4e49-9dce-c4f9d855e991" providerId="ADAL" clId="{EA74B297-E1D8-4D36-B132-3166C3E767B4}" dt="2026-05-04T08:32:18.293" v="718"/>
        <pc:sldMkLst>
          <pc:docMk/>
          <pc:sldMk cId="3619782554" sldId="4967"/>
        </pc:sldMkLst>
      </pc:sldChg>
      <pc:sldChg chg="del">
        <pc:chgData name="Gerald Albertini" userId="508021ac-5274-4e49-9dce-c4f9d855e991" providerId="ADAL" clId="{EA74B297-E1D8-4D36-B132-3166C3E767B4}" dt="2026-05-04T08:38:02.412" v="817" actId="47"/>
        <pc:sldMkLst>
          <pc:docMk/>
          <pc:sldMk cId="4142304618" sldId="4969"/>
        </pc:sldMkLst>
      </pc:sldChg>
      <pc:sldChg chg="ord">
        <pc:chgData name="Gerald Albertini" userId="508021ac-5274-4e49-9dce-c4f9d855e991" providerId="ADAL" clId="{EA74B297-E1D8-4D36-B132-3166C3E767B4}" dt="2026-05-04T08:35:48.143" v="801"/>
        <pc:sldMkLst>
          <pc:docMk/>
          <pc:sldMk cId="1715336394" sldId="4970"/>
        </pc:sldMkLst>
      </pc:sldChg>
      <pc:sldChg chg="add del">
        <pc:chgData name="Gerald Albertini" userId="508021ac-5274-4e49-9dce-c4f9d855e991" providerId="ADAL" clId="{EA74B297-E1D8-4D36-B132-3166C3E767B4}" dt="2026-05-04T07:44:31.106" v="192" actId="47"/>
        <pc:sldMkLst>
          <pc:docMk/>
          <pc:sldMk cId="3380487395" sldId="5005"/>
        </pc:sldMkLst>
      </pc:sldChg>
      <pc:sldChg chg="ord">
        <pc:chgData name="Gerald Albertini" userId="508021ac-5274-4e49-9dce-c4f9d855e991" providerId="ADAL" clId="{EA74B297-E1D8-4D36-B132-3166C3E767B4}" dt="2026-05-04T08:38:55.715" v="827"/>
        <pc:sldMkLst>
          <pc:docMk/>
          <pc:sldMk cId="2566735499" sldId="5006"/>
        </pc:sldMkLst>
      </pc:sldChg>
      <pc:sldChg chg="del">
        <pc:chgData name="Gerald Albertini" userId="508021ac-5274-4e49-9dce-c4f9d855e991" providerId="ADAL" clId="{EA74B297-E1D8-4D36-B132-3166C3E767B4}" dt="2026-05-04T08:29:17.552" v="630" actId="47"/>
        <pc:sldMkLst>
          <pc:docMk/>
          <pc:sldMk cId="711784651" sldId="5007"/>
        </pc:sldMkLst>
      </pc:sldChg>
      <pc:sldChg chg="add del">
        <pc:chgData name="Gerald Albertini" userId="508021ac-5274-4e49-9dce-c4f9d855e991" providerId="ADAL" clId="{EA74B297-E1D8-4D36-B132-3166C3E767B4}" dt="2026-05-04T07:44:49.838" v="200" actId="47"/>
        <pc:sldMkLst>
          <pc:docMk/>
          <pc:sldMk cId="3807934799" sldId="5008"/>
        </pc:sldMkLst>
      </pc:sldChg>
      <pc:sldChg chg="add ord">
        <pc:chgData name="Gerald Albertini" userId="508021ac-5274-4e49-9dce-c4f9d855e991" providerId="ADAL" clId="{EA74B297-E1D8-4D36-B132-3166C3E767B4}" dt="2026-05-04T07:44:53.982" v="202"/>
        <pc:sldMkLst>
          <pc:docMk/>
          <pc:sldMk cId="2089268959" sldId="5009"/>
        </pc:sldMkLst>
      </pc:sldChg>
      <pc:sldChg chg="add ord">
        <pc:chgData name="Gerald Albertini" userId="508021ac-5274-4e49-9dce-c4f9d855e991" providerId="ADAL" clId="{EA74B297-E1D8-4D36-B132-3166C3E767B4}" dt="2026-05-04T08:26:14.781" v="606"/>
        <pc:sldMkLst>
          <pc:docMk/>
          <pc:sldMk cId="2669425849" sldId="5010"/>
        </pc:sldMkLst>
      </pc:sldChg>
      <pc:sldChg chg="add del ord">
        <pc:chgData name="Gerald Albertini" userId="508021ac-5274-4e49-9dce-c4f9d855e991" providerId="ADAL" clId="{EA74B297-E1D8-4D36-B132-3166C3E767B4}" dt="2026-05-04T08:26:18.156" v="607" actId="47"/>
        <pc:sldMkLst>
          <pc:docMk/>
          <pc:sldMk cId="3937449360" sldId="5011"/>
        </pc:sldMkLst>
      </pc:sldChg>
      <pc:sldChg chg="add del">
        <pc:chgData name="Gerald Albertini" userId="508021ac-5274-4e49-9dce-c4f9d855e991" providerId="ADAL" clId="{EA74B297-E1D8-4D36-B132-3166C3E767B4}" dt="2026-05-04T07:45:04.045" v="205" actId="47"/>
        <pc:sldMkLst>
          <pc:docMk/>
          <pc:sldMk cId="3164947287" sldId="5012"/>
        </pc:sldMkLst>
      </pc:sldChg>
      <pc:sldChg chg="add ord">
        <pc:chgData name="Gerald Albertini" userId="508021ac-5274-4e49-9dce-c4f9d855e991" providerId="ADAL" clId="{EA74B297-E1D8-4D36-B132-3166C3E767B4}" dt="2026-05-04T08:26:21.996" v="609"/>
        <pc:sldMkLst>
          <pc:docMk/>
          <pc:sldMk cId="2699361934" sldId="5013"/>
        </pc:sldMkLst>
      </pc:sldChg>
      <pc:sldChg chg="add ord">
        <pc:chgData name="Gerald Albertini" userId="508021ac-5274-4e49-9dce-c4f9d855e991" providerId="ADAL" clId="{EA74B297-E1D8-4D36-B132-3166C3E767B4}" dt="2026-05-04T07:43:57.714" v="179"/>
        <pc:sldMkLst>
          <pc:docMk/>
          <pc:sldMk cId="1073375249" sldId="5015"/>
        </pc:sldMkLst>
      </pc:sldChg>
      <pc:sldChg chg="add ord">
        <pc:chgData name="Gerald Albertini" userId="508021ac-5274-4e49-9dce-c4f9d855e991" providerId="ADAL" clId="{EA74B297-E1D8-4D36-B132-3166C3E767B4}" dt="2026-05-04T07:44:04.376" v="181"/>
        <pc:sldMkLst>
          <pc:docMk/>
          <pc:sldMk cId="1500701915" sldId="5016"/>
        </pc:sldMkLst>
      </pc:sldChg>
      <pc:sldChg chg="add del">
        <pc:chgData name="Gerald Albertini" userId="508021ac-5274-4e49-9dce-c4f9d855e991" providerId="ADAL" clId="{EA74B297-E1D8-4D36-B132-3166C3E767B4}" dt="2026-05-04T07:44:25.367" v="187" actId="47"/>
        <pc:sldMkLst>
          <pc:docMk/>
          <pc:sldMk cId="109413169" sldId="5017"/>
        </pc:sldMkLst>
      </pc:sldChg>
      <pc:sldChg chg="add del">
        <pc:chgData name="Gerald Albertini" userId="508021ac-5274-4e49-9dce-c4f9d855e991" providerId="ADAL" clId="{EA74B297-E1D8-4D36-B132-3166C3E767B4}" dt="2026-05-04T07:44:26.516" v="188" actId="47"/>
        <pc:sldMkLst>
          <pc:docMk/>
          <pc:sldMk cId="1874161709" sldId="5018"/>
        </pc:sldMkLst>
      </pc:sldChg>
      <pc:sldChg chg="add del">
        <pc:chgData name="Gerald Albertini" userId="508021ac-5274-4e49-9dce-c4f9d855e991" providerId="ADAL" clId="{EA74B297-E1D8-4D36-B132-3166C3E767B4}" dt="2026-05-04T07:44:27.710" v="189" actId="47"/>
        <pc:sldMkLst>
          <pc:docMk/>
          <pc:sldMk cId="3910417849" sldId="5019"/>
        </pc:sldMkLst>
      </pc:sldChg>
      <pc:sldChg chg="add del">
        <pc:chgData name="Gerald Albertini" userId="508021ac-5274-4e49-9dce-c4f9d855e991" providerId="ADAL" clId="{EA74B297-E1D8-4D36-B132-3166C3E767B4}" dt="2026-05-04T07:44:28.799" v="190" actId="47"/>
        <pc:sldMkLst>
          <pc:docMk/>
          <pc:sldMk cId="3106672898" sldId="5020"/>
        </pc:sldMkLst>
      </pc:sldChg>
      <pc:sldChg chg="del ord">
        <pc:chgData name="Gerald Albertini" userId="508021ac-5274-4e49-9dce-c4f9d855e991" providerId="ADAL" clId="{EA74B297-E1D8-4D36-B132-3166C3E767B4}" dt="2026-05-04T08:39:13.358" v="832" actId="47"/>
        <pc:sldMkLst>
          <pc:docMk/>
          <pc:sldMk cId="846388947" sldId="2090650345"/>
        </pc:sldMkLst>
      </pc:sldChg>
      <pc:sldChg chg="del">
        <pc:chgData name="Gerald Albertini" userId="508021ac-5274-4e49-9dce-c4f9d855e991" providerId="ADAL" clId="{EA74B297-E1D8-4D36-B132-3166C3E767B4}" dt="2026-05-04T08:31:40.166" v="712" actId="47"/>
        <pc:sldMkLst>
          <pc:docMk/>
          <pc:sldMk cId="3183634725" sldId="2090650356"/>
        </pc:sldMkLst>
      </pc:sldChg>
      <pc:sldChg chg="del">
        <pc:chgData name="Gerald Albertini" userId="508021ac-5274-4e49-9dce-c4f9d855e991" providerId="ADAL" clId="{EA74B297-E1D8-4D36-B132-3166C3E767B4}" dt="2026-05-04T08:37:55.551" v="816" actId="47"/>
        <pc:sldMkLst>
          <pc:docMk/>
          <pc:sldMk cId="2147859365" sldId="2090650357"/>
        </pc:sldMkLst>
      </pc:sldChg>
      <pc:sldChg chg="ord">
        <pc:chgData name="Gerald Albertini" userId="508021ac-5274-4e49-9dce-c4f9d855e991" providerId="ADAL" clId="{EA74B297-E1D8-4D36-B132-3166C3E767B4}" dt="2026-05-04T08:39:06.334" v="831"/>
        <pc:sldMkLst>
          <pc:docMk/>
          <pc:sldMk cId="1774252761" sldId="2090651324"/>
        </pc:sldMkLst>
      </pc:sldChg>
      <pc:sldChg chg="modSp new mod">
        <pc:chgData name="Gerald Albertini" userId="508021ac-5274-4e49-9dce-c4f9d855e991" providerId="ADAL" clId="{EA74B297-E1D8-4D36-B132-3166C3E767B4}" dt="2026-05-04T08:59:00.517" v="862" actId="20577"/>
        <pc:sldMkLst>
          <pc:docMk/>
          <pc:sldMk cId="3012571451" sldId="2090651325"/>
        </pc:sldMkLst>
        <pc:spChg chg="mod">
          <ac:chgData name="Gerald Albertini" userId="508021ac-5274-4e49-9dce-c4f9d855e991" providerId="ADAL" clId="{EA74B297-E1D8-4D36-B132-3166C3E767B4}" dt="2026-05-04T08:58:54.573" v="858" actId="20577"/>
          <ac:spMkLst>
            <pc:docMk/>
            <pc:sldMk cId="3012571451" sldId="2090651325"/>
            <ac:spMk id="2" creationId="{7C9FAA8B-89C2-0632-596F-C4EC235EB0DB}"/>
          </ac:spMkLst>
        </pc:spChg>
        <pc:spChg chg="mod">
          <ac:chgData name="Gerald Albertini" userId="508021ac-5274-4e49-9dce-c4f9d855e991" providerId="ADAL" clId="{EA74B297-E1D8-4D36-B132-3166C3E767B4}" dt="2026-05-04T08:59:00.517" v="862" actId="20577"/>
          <ac:spMkLst>
            <pc:docMk/>
            <pc:sldMk cId="3012571451" sldId="2090651325"/>
            <ac:spMk id="3" creationId="{3E399A4B-9B46-4D36-1A1D-A7DA3C8C868E}"/>
          </ac:spMkLst>
        </pc:spChg>
      </pc:sldChg>
      <pc:sldChg chg="del">
        <pc:chgData name="Gerald Albertini" userId="508021ac-5274-4e49-9dce-c4f9d855e991" providerId="ADAL" clId="{EA74B297-E1D8-4D36-B132-3166C3E767B4}" dt="2026-05-04T08:28:50.255" v="627" actId="47"/>
        <pc:sldMkLst>
          <pc:docMk/>
          <pc:sldMk cId="3067832581" sldId="2147375954"/>
        </pc:sldMkLst>
      </pc:sldChg>
      <pc:sldChg chg="del">
        <pc:chgData name="Gerald Albertini" userId="508021ac-5274-4e49-9dce-c4f9d855e991" providerId="ADAL" clId="{EA74B297-E1D8-4D36-B132-3166C3E767B4}" dt="2026-05-04T08:29:07.335" v="629" actId="47"/>
        <pc:sldMkLst>
          <pc:docMk/>
          <pc:sldMk cId="955628114" sldId="2147375955"/>
        </pc:sldMkLst>
      </pc:sldChg>
      <pc:sldChg chg="del">
        <pc:chgData name="Gerald Albertini" userId="508021ac-5274-4e49-9dce-c4f9d855e991" providerId="ADAL" clId="{EA74B297-E1D8-4D36-B132-3166C3E767B4}" dt="2026-05-04T08:29:26.171" v="634" actId="47"/>
        <pc:sldMkLst>
          <pc:docMk/>
          <pc:sldMk cId="1317087173" sldId="2147375956"/>
        </pc:sldMkLst>
      </pc:sldChg>
      <pc:sldChg chg="del">
        <pc:chgData name="Gerald Albertini" userId="508021ac-5274-4e49-9dce-c4f9d855e991" providerId="ADAL" clId="{EA74B297-E1D8-4D36-B132-3166C3E767B4}" dt="2026-05-04T08:29:23.322" v="633" actId="47"/>
        <pc:sldMkLst>
          <pc:docMk/>
          <pc:sldMk cId="3873253957" sldId="2147375958"/>
        </pc:sldMkLst>
      </pc:sldChg>
      <pc:sldChg chg="del ord">
        <pc:chgData name="Gerald Albertini" userId="508021ac-5274-4e49-9dce-c4f9d855e991" providerId="ADAL" clId="{EA74B297-E1D8-4D36-B132-3166C3E767B4}" dt="2026-05-04T08:39:52.803" v="837" actId="47"/>
        <pc:sldMkLst>
          <pc:docMk/>
          <pc:sldMk cId="2267075237" sldId="2147375963"/>
        </pc:sldMkLst>
      </pc:sldChg>
      <pc:sldChg chg="add del">
        <pc:chgData name="Gerald Albertini" userId="508021ac-5274-4e49-9dce-c4f9d855e991" providerId="ADAL" clId="{EA74B297-E1D8-4D36-B132-3166C3E767B4}" dt="2026-05-04T07:43:56.183" v="177" actId="47"/>
        <pc:sldMkLst>
          <pc:docMk/>
          <pc:sldMk cId="0" sldId="2147375964"/>
        </pc:sldMkLst>
      </pc:sldChg>
      <pc:sldChg chg="new del ord">
        <pc:chgData name="Gerald Albertini" userId="508021ac-5274-4e49-9dce-c4f9d855e991" providerId="ADAL" clId="{EA74B297-E1D8-4D36-B132-3166C3E767B4}" dt="2026-05-04T08:29:33.008" v="635" actId="47"/>
        <pc:sldMkLst>
          <pc:docMk/>
          <pc:sldMk cId="1628620138" sldId="2147375964"/>
        </pc:sldMkLst>
      </pc:sldChg>
      <pc:sldChg chg="new del">
        <pc:chgData name="Gerald Albertini" userId="508021ac-5274-4e49-9dce-c4f9d855e991" providerId="ADAL" clId="{EA74B297-E1D8-4D36-B132-3166C3E767B4}" dt="2026-05-04T08:33:59.649" v="744" actId="47"/>
        <pc:sldMkLst>
          <pc:docMk/>
          <pc:sldMk cId="2211545787" sldId="2147375964"/>
        </pc:sldMkLst>
      </pc:sldChg>
      <pc:sldChg chg="addSp delSp modSp new del">
        <pc:chgData name="Gerald Albertini" userId="508021ac-5274-4e49-9dce-c4f9d855e991" providerId="ADAL" clId="{EA74B297-E1D8-4D36-B132-3166C3E767B4}" dt="2026-05-04T08:25:47.377" v="600" actId="47"/>
        <pc:sldMkLst>
          <pc:docMk/>
          <pc:sldMk cId="3732426937" sldId="2147375964"/>
        </pc:sldMkLst>
        <pc:spChg chg="del">
          <ac:chgData name="Gerald Albertini" userId="508021ac-5274-4e49-9dce-c4f9d855e991" providerId="ADAL" clId="{EA74B297-E1D8-4D36-B132-3166C3E767B4}" dt="2026-05-04T08:15:15.527" v="585"/>
          <ac:spMkLst>
            <pc:docMk/>
            <pc:sldMk cId="3732426937" sldId="2147375964"/>
            <ac:spMk id="3" creationId="{FB76D10D-1E84-A811-8447-F377E11A8C77}"/>
          </ac:spMkLst>
        </pc:spChg>
        <pc:spChg chg="add mod">
          <ac:chgData name="Gerald Albertini" userId="508021ac-5274-4e49-9dce-c4f9d855e991" providerId="ADAL" clId="{EA74B297-E1D8-4D36-B132-3166C3E767B4}" dt="2026-05-04T08:15:43.586" v="590" actId="21"/>
          <ac:spMkLst>
            <pc:docMk/>
            <pc:sldMk cId="3732426937" sldId="2147375964"/>
            <ac:spMk id="4" creationId="{A677B42B-F1B5-BE39-DD9B-21CD4718251D}"/>
          </ac:spMkLst>
        </pc:spChg>
        <pc:picChg chg="add del mod">
          <ac:chgData name="Gerald Albertini" userId="508021ac-5274-4e49-9dce-c4f9d855e991" providerId="ADAL" clId="{EA74B297-E1D8-4D36-B132-3166C3E767B4}" dt="2026-05-04T08:15:43.586" v="590" actId="21"/>
          <ac:picMkLst>
            <pc:docMk/>
            <pc:sldMk cId="3732426937" sldId="2147375964"/>
            <ac:picMk id="2050" creationId="{1CA28B1F-5EF7-F47E-CB21-5F714B49C751}"/>
          </ac:picMkLst>
        </pc:picChg>
      </pc:sldChg>
      <pc:sldChg chg="add del">
        <pc:chgData name="Gerald Albertini" userId="508021ac-5274-4e49-9dce-c4f9d855e991" providerId="ADAL" clId="{EA74B297-E1D8-4D36-B132-3166C3E767B4}" dt="2026-05-04T07:44:32.483" v="193" actId="47"/>
        <pc:sldMkLst>
          <pc:docMk/>
          <pc:sldMk cId="4104155651" sldId="2147375965"/>
        </pc:sldMkLst>
      </pc:sldChg>
      <pc:sldChg chg="add del">
        <pc:chgData name="Gerald Albertini" userId="508021ac-5274-4e49-9dce-c4f9d855e991" providerId="ADAL" clId="{EA74B297-E1D8-4D36-B132-3166C3E767B4}" dt="2026-05-04T07:44:33.588" v="194" actId="47"/>
        <pc:sldMkLst>
          <pc:docMk/>
          <pc:sldMk cId="1415518492" sldId="2147375966"/>
        </pc:sldMkLst>
      </pc:sldChg>
      <pc:sldMasterChg chg="delSldLayout">
        <pc:chgData name="Gerald Albertini" userId="508021ac-5274-4e49-9dce-c4f9d855e991" providerId="ADAL" clId="{EA74B297-E1D8-4D36-B132-3166C3E767B4}" dt="2026-05-04T08:39:13.358" v="832" actId="47"/>
        <pc:sldMasterMkLst>
          <pc:docMk/>
          <pc:sldMasterMk cId="0" sldId="2147483665"/>
        </pc:sldMasterMkLst>
        <pc:sldLayoutChg chg="del">
          <pc:chgData name="Gerald Albertini" userId="508021ac-5274-4e49-9dce-c4f9d855e991" providerId="ADAL" clId="{EA74B297-E1D8-4D36-B132-3166C3E767B4}" dt="2026-05-04T08:39:13.358" v="832" actId="47"/>
          <pc:sldLayoutMkLst>
            <pc:docMk/>
            <pc:sldMasterMk cId="0" sldId="2147483665"/>
            <pc:sldLayoutMk cId="759014373" sldId="2147483667"/>
          </pc:sldLayoutMkLst>
        </pc:sldLayoutChg>
        <pc:sldLayoutChg chg="del">
          <pc:chgData name="Gerald Albertini" userId="508021ac-5274-4e49-9dce-c4f9d855e991" providerId="ADAL" clId="{EA74B297-E1D8-4D36-B132-3166C3E767B4}" dt="2026-05-04T08:29:26.171" v="634" actId="47"/>
          <pc:sldLayoutMkLst>
            <pc:docMk/>
            <pc:sldMasterMk cId="0" sldId="2147483665"/>
            <pc:sldLayoutMk cId="2851722281" sldId="214748368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F993C83-2184-4286-ABE1-941A40B40C8F}" type="datetimeFigureOut">
              <a:rPr lang="en-US" smtClean="0"/>
              <a:pPr/>
              <a:t>5/4/2026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7603001-E0F2-47E5-A338-816CC267AF60}" type="slidenum">
              <a:rPr lang="en-US" smtClean="0"/>
              <a:pPr/>
              <a:t>‹#›</a:t>
            </a:fld>
            <a:endParaRPr lang="en-US"/>
          </a:p>
        </p:txBody>
      </p:sp>
    </p:spTree>
    <p:extLst>
      <p:ext uri="{BB962C8B-B14F-4D97-AF65-F5344CB8AC3E}">
        <p14:creationId xmlns:p14="http://schemas.microsoft.com/office/powerpoint/2010/main" val="2153657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053241F-7ED4-45AC-844C-15DB0D5F9CCD}" type="datetimeFigureOut">
              <a:rPr lang="en-US" smtClean="0"/>
              <a:pPr/>
              <a:t>5/4/2026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73B8C3-A209-4A55-9261-22C2A02B3159}" type="slidenum">
              <a:rPr lang="en-US" smtClean="0"/>
              <a:pPr/>
              <a:t>‹#›</a:t>
            </a:fld>
            <a:endParaRPr lang="en-US"/>
          </a:p>
        </p:txBody>
      </p:sp>
    </p:spTree>
    <p:extLst>
      <p:ext uri="{BB962C8B-B14F-4D97-AF65-F5344CB8AC3E}">
        <p14:creationId xmlns:p14="http://schemas.microsoft.com/office/powerpoint/2010/main" val="1744081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Get out of presentation mode and into edit mode.</a:t>
            </a:r>
          </a:p>
          <a:p>
            <a:r>
              <a:rPr lang="en-US"/>
              <a:t>Copy the link and put it in the chat of the workshop.</a:t>
            </a:r>
          </a:p>
          <a:p>
            <a:r>
              <a:rPr lang="en-US"/>
              <a:t>Have the participants click that link.</a:t>
            </a:r>
          </a:p>
        </p:txBody>
      </p:sp>
      <p:sp>
        <p:nvSpPr>
          <p:cNvPr id="4" name="Slide Number Placeholder 3"/>
          <p:cNvSpPr>
            <a:spLocks noGrp="1"/>
          </p:cNvSpPr>
          <p:nvPr>
            <p:ph type="sldNum" sz="quarter" idx="5"/>
          </p:nvPr>
        </p:nvSpPr>
        <p:spPr/>
        <p:txBody>
          <a:bodyPr/>
          <a:lstStyle/>
          <a:p>
            <a:fld id="{AD73B8C3-A209-4A55-9261-22C2A02B3159}" type="slidenum">
              <a:rPr lang="en-US" smtClean="0"/>
              <a:pPr/>
              <a:t>2</a:t>
            </a:fld>
            <a:endParaRPr lang="en-US"/>
          </a:p>
        </p:txBody>
      </p:sp>
    </p:spTree>
    <p:extLst>
      <p:ext uri="{BB962C8B-B14F-4D97-AF65-F5344CB8AC3E}">
        <p14:creationId xmlns:p14="http://schemas.microsoft.com/office/powerpoint/2010/main" val="31023638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Get out of presentation mode and into edit mode.</a:t>
            </a:r>
          </a:p>
          <a:p>
            <a:r>
              <a:rPr lang="en-US"/>
              <a:t>Copy the link and put it in the chat of the workshop.</a:t>
            </a:r>
          </a:p>
          <a:p>
            <a:r>
              <a:rPr lang="en-US"/>
              <a:t>Have the participants click that link.</a:t>
            </a:r>
          </a:p>
        </p:txBody>
      </p:sp>
      <p:sp>
        <p:nvSpPr>
          <p:cNvPr id="4" name="Slide Number Placeholder 3"/>
          <p:cNvSpPr>
            <a:spLocks noGrp="1"/>
          </p:cNvSpPr>
          <p:nvPr>
            <p:ph type="sldNum" sz="quarter" idx="5"/>
          </p:nvPr>
        </p:nvSpPr>
        <p:spPr/>
        <p:txBody>
          <a:bodyPr/>
          <a:lstStyle/>
          <a:p>
            <a:fld id="{AD73B8C3-A209-4A55-9261-22C2A02B3159}" type="slidenum">
              <a:rPr lang="en-US" smtClean="0"/>
              <a:pPr/>
              <a:t>3</a:t>
            </a:fld>
            <a:endParaRPr lang="en-US"/>
          </a:p>
        </p:txBody>
      </p:sp>
    </p:spTree>
    <p:extLst>
      <p:ext uri="{BB962C8B-B14F-4D97-AF65-F5344CB8AC3E}">
        <p14:creationId xmlns:p14="http://schemas.microsoft.com/office/powerpoint/2010/main" val="20612007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D73B8C3-A209-4A55-9261-22C2A02B3159}" type="slidenum">
              <a:rPr lang="en-US" smtClean="0"/>
              <a:pPr/>
              <a:t>5</a:t>
            </a:fld>
            <a:endParaRPr lang="en-US"/>
          </a:p>
        </p:txBody>
      </p:sp>
    </p:spTree>
    <p:extLst>
      <p:ext uri="{BB962C8B-B14F-4D97-AF65-F5344CB8AC3E}">
        <p14:creationId xmlns:p14="http://schemas.microsoft.com/office/powerpoint/2010/main" val="693693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Also, this workshop uses the Live Editor for its scripts, not the traditional editor.  It has some nice features that make your workflow easier.</a:t>
            </a:r>
          </a:p>
          <a:p>
            <a:r>
              <a:rPr lang="en-US"/>
              <a:t>&lt;Enter&gt;  First, all the exercises are broken up into sections, so that you can run just a section at a time, to debug your work step by step.</a:t>
            </a:r>
          </a:p>
          <a:p>
            <a:r>
              <a:rPr lang="en-US"/>
              <a:t>&lt;Enter&gt;  You would use the “Run and Advance” button to run the current block of code, and then advance your cursor to the next block of code.  Again, very helpful for debug purposes.</a:t>
            </a:r>
          </a:p>
          <a:p>
            <a:r>
              <a:rPr lang="en-US"/>
              <a:t>&lt;Enter&gt;  And if you want to run your script from top to bottom without any breaks, just use the “Run” button.</a:t>
            </a:r>
          </a:p>
          <a:p>
            <a:endParaRPr lang="en-US"/>
          </a:p>
          <a:p>
            <a:r>
              <a:rPr lang="en-US"/>
              <a:t>And if you want to use the debugger for your code, it works pretty much the same in the Live Editor as it does in the traditional editor.  If you need help with that, let us know and we can work with you one-on-one.</a:t>
            </a:r>
          </a:p>
        </p:txBody>
      </p:sp>
      <p:sp>
        <p:nvSpPr>
          <p:cNvPr id="4" name="Slide Number Placeholder 3"/>
          <p:cNvSpPr>
            <a:spLocks noGrp="1"/>
          </p:cNvSpPr>
          <p:nvPr>
            <p:ph type="sldNum" sz="quarter" idx="5"/>
          </p:nvPr>
        </p:nvSpPr>
        <p:spPr/>
        <p:txBody>
          <a:bodyPr/>
          <a:lstStyle/>
          <a:p>
            <a:fld id="{AD73B8C3-A209-4A55-9261-22C2A02B3159}" type="slidenum">
              <a:rPr lang="en-US" smtClean="0"/>
              <a:pPr/>
              <a:t>8</a:t>
            </a:fld>
            <a:endParaRPr lang="en-US"/>
          </a:p>
        </p:txBody>
      </p:sp>
    </p:spTree>
    <p:extLst>
      <p:ext uri="{BB962C8B-B14F-4D97-AF65-F5344CB8AC3E}">
        <p14:creationId xmlns:p14="http://schemas.microsoft.com/office/powerpoint/2010/main" val="3346777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Work scripts are for you to edit.  They have lots of comments to show you where to add code.</a:t>
            </a:r>
          </a:p>
          <a:p>
            <a:endParaRPr lang="en-US"/>
          </a:p>
          <a:p>
            <a:r>
              <a:rPr lang="en-US"/>
              <a:t>The Solution scripts already have the answers.  They will run great, but you won’t have to do any work to get to the finish line.  Best to use the Solution scripts if you are stuck trying to complete the Work scripts.</a:t>
            </a:r>
          </a:p>
        </p:txBody>
      </p:sp>
      <p:sp>
        <p:nvSpPr>
          <p:cNvPr id="4" name="Slide Number Placeholder 3"/>
          <p:cNvSpPr>
            <a:spLocks noGrp="1"/>
          </p:cNvSpPr>
          <p:nvPr>
            <p:ph type="sldNum" sz="quarter" idx="5"/>
          </p:nvPr>
        </p:nvSpPr>
        <p:spPr/>
        <p:txBody>
          <a:bodyPr/>
          <a:lstStyle/>
          <a:p>
            <a:fld id="{AD73B8C3-A209-4A55-9261-22C2A02B3159}" type="slidenum">
              <a:rPr lang="en-US" smtClean="0"/>
              <a:pPr/>
              <a:t>10</a:t>
            </a:fld>
            <a:endParaRPr lang="en-US"/>
          </a:p>
        </p:txBody>
      </p:sp>
    </p:spTree>
    <p:extLst>
      <p:ext uri="{BB962C8B-B14F-4D97-AF65-F5344CB8AC3E}">
        <p14:creationId xmlns:p14="http://schemas.microsoft.com/office/powerpoint/2010/main" val="1135279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Before going further I think we all agree that an example of a complex system is a radar system. The design of such a system requires knowledge in different domains of engineering.</a:t>
            </a:r>
          </a:p>
        </p:txBody>
      </p:sp>
      <p:sp>
        <p:nvSpPr>
          <p:cNvPr id="4" name="Slide Number Placeholder 3"/>
          <p:cNvSpPr>
            <a:spLocks noGrp="1"/>
          </p:cNvSpPr>
          <p:nvPr>
            <p:ph type="sldNum" sz="quarter" idx="5"/>
          </p:nvPr>
        </p:nvSpPr>
        <p:spPr/>
        <p:txBody>
          <a:bodyPr/>
          <a:lstStyle/>
          <a:p>
            <a:fld id="{AD73B8C3-A209-4A55-9261-22C2A02B3159}" type="slidenum">
              <a:rPr lang="en-US" smtClean="0"/>
              <a:pPr/>
              <a:t>11</a:t>
            </a:fld>
            <a:endParaRPr lang="en-US" dirty="0"/>
          </a:p>
        </p:txBody>
      </p:sp>
    </p:spTree>
    <p:extLst>
      <p:ext uri="{BB962C8B-B14F-4D97-AF65-F5344CB8AC3E}">
        <p14:creationId xmlns:p14="http://schemas.microsoft.com/office/powerpoint/2010/main" val="3441719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73B8C3-A209-4A55-9261-22C2A02B3159}" type="slidenum">
              <a:rPr lang="en-US" smtClean="0"/>
              <a:pPr/>
              <a:t>12</a:t>
            </a:fld>
            <a:endParaRPr lang="en-US" dirty="0"/>
          </a:p>
        </p:txBody>
      </p:sp>
    </p:spTree>
    <p:extLst>
      <p:ext uri="{BB962C8B-B14F-4D97-AF65-F5344CB8AC3E}">
        <p14:creationId xmlns:p14="http://schemas.microsoft.com/office/powerpoint/2010/main" val="2111917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39A58-85CD-F0C8-164B-697E7CB3AA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AD4496-5921-5D4B-FB07-7C4FE08687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516315-01EE-3753-48C4-C034300A1F5A}"/>
              </a:ext>
            </a:extLst>
          </p:cNvPr>
          <p:cNvSpPr>
            <a:spLocks noGrp="1"/>
          </p:cNvSpPr>
          <p:nvPr>
            <p:ph type="body" idx="1"/>
          </p:nvPr>
        </p:nvSpPr>
        <p:spPr/>
        <p:txBody>
          <a:bodyPr>
            <a:normAutofit fontScale="92500" lnSpcReduction="10000"/>
          </a:bodyPr>
          <a:lstStyle/>
          <a:p>
            <a:pPr algn="just"/>
            <a:r>
              <a:rPr lang="en-US" b="0" i="0" dirty="0">
                <a:solidFill>
                  <a:srgbClr val="0095D6"/>
                </a:solidFill>
                <a:effectLst/>
                <a:latin typeface="Roboto" panose="02000000000000000000" pitchFamily="2" charset="0"/>
              </a:rPr>
              <a:t>Let’s begin our systems engineering phase with an architectural design and some requirements allocation.  </a:t>
            </a:r>
          </a:p>
          <a:p>
            <a:pPr algn="just"/>
            <a:r>
              <a:rPr lang="en-US" b="0" i="0" dirty="0">
                <a:solidFill>
                  <a:srgbClr val="0095D6"/>
                </a:solidFill>
                <a:effectLst/>
                <a:latin typeface="Roboto" panose="02000000000000000000" pitchFamily="2" charset="0"/>
              </a:rPr>
              <a:t>These first two insets show a simple radar architecture at the top level and also a radar front-end that is one-level down in the hierarchy.  </a:t>
            </a:r>
          </a:p>
          <a:p>
            <a:pPr algn="just"/>
            <a:endParaRPr lang="en-US" b="0" i="0" dirty="0">
              <a:solidFill>
                <a:srgbClr val="0095D6"/>
              </a:solidFill>
              <a:effectLst/>
              <a:latin typeface="Roboto" panose="02000000000000000000" pitchFamily="2" charset="0"/>
            </a:endParaRPr>
          </a:p>
          <a:p>
            <a:pPr algn="just"/>
            <a:r>
              <a:rPr lang="en-US" b="0" i="0" dirty="0">
                <a:solidFill>
                  <a:srgbClr val="0095D6"/>
                </a:solidFill>
                <a:effectLst/>
                <a:latin typeface="Roboto" panose="02000000000000000000" pitchFamily="2" charset="0"/>
              </a:rPr>
              <a:t>&lt;CLICK&gt;</a:t>
            </a:r>
          </a:p>
          <a:p>
            <a:pPr algn="just"/>
            <a:r>
              <a:rPr lang="en-US" b="0" i="0" dirty="0">
                <a:solidFill>
                  <a:srgbClr val="0095D6"/>
                </a:solidFill>
                <a:effectLst/>
                <a:latin typeface="Roboto" panose="02000000000000000000" pitchFamily="2" charset="0"/>
              </a:rPr>
              <a:t>For this work, we’re using a pair of tools called System Composer and Requirements Toolbox. These tools can be used for any system design, not just for radars.</a:t>
            </a:r>
          </a:p>
          <a:p>
            <a:pPr algn="just"/>
            <a:r>
              <a:rPr lang="en-US" b="0" i="0" dirty="0">
                <a:solidFill>
                  <a:srgbClr val="0095D6"/>
                </a:solidFill>
                <a:effectLst/>
                <a:latin typeface="Roboto" panose="02000000000000000000" pitchFamily="2" charset="0"/>
              </a:rPr>
              <a:t>System Composer provides a graphical modeling interface similar to many SYSML design tools. In can also import and export architectures with 3rd party tools. </a:t>
            </a:r>
          </a:p>
          <a:p>
            <a:pPr algn="just"/>
            <a:r>
              <a:rPr lang="en-US" b="0" i="0" dirty="0">
                <a:solidFill>
                  <a:srgbClr val="0095D6"/>
                </a:solidFill>
                <a:effectLst/>
                <a:latin typeface="Roboto" panose="02000000000000000000" pitchFamily="2" charset="0"/>
              </a:rPr>
              <a:t>And it is integrated with Requirements Toolbox which as its name suggests is for requirements management.  </a:t>
            </a:r>
          </a:p>
          <a:p>
            <a:pPr algn="just"/>
            <a:r>
              <a:rPr lang="en-US" b="0" i="0" dirty="0">
                <a:solidFill>
                  <a:srgbClr val="0095D6"/>
                </a:solidFill>
                <a:effectLst/>
                <a:latin typeface="Roboto" panose="02000000000000000000" pitchFamily="2" charset="0"/>
              </a:rPr>
              <a:t>Requirements Toolbox also allows import and export with requirements spreadsheets, common requirements databases, and text document formats. </a:t>
            </a:r>
          </a:p>
          <a:p>
            <a:pPr algn="just"/>
            <a:r>
              <a:rPr lang="en-US" b="0" i="0" dirty="0">
                <a:solidFill>
                  <a:srgbClr val="0095D6"/>
                </a:solidFill>
                <a:effectLst/>
                <a:latin typeface="Roboto" panose="02000000000000000000" pitchFamily="2" charset="0"/>
              </a:rPr>
              <a:t>For today, that’s as far as we’ll go with architecture and requirements. But you get the idea.  </a:t>
            </a:r>
          </a:p>
          <a:p>
            <a:pPr algn="just"/>
            <a:endParaRPr lang="en-US" b="0" i="0" dirty="0">
              <a:solidFill>
                <a:srgbClr val="0095D6"/>
              </a:solidFill>
              <a:effectLst/>
              <a:latin typeface="Roboto" panose="02000000000000000000" pitchFamily="2" charset="0"/>
            </a:endParaRPr>
          </a:p>
          <a:p>
            <a:pPr algn="just"/>
            <a:r>
              <a:rPr lang="en-US" b="0" i="0" dirty="0">
                <a:solidFill>
                  <a:srgbClr val="0095D6"/>
                </a:solidFill>
                <a:effectLst/>
                <a:latin typeface="Roboto" panose="02000000000000000000" pitchFamily="2" charset="0"/>
              </a:rPr>
              <a:t>&lt;CLICK&gt;</a:t>
            </a:r>
          </a:p>
          <a:p>
            <a:pPr algn="just"/>
            <a:r>
              <a:rPr lang="en-US" b="0" i="0" dirty="0">
                <a:solidFill>
                  <a:srgbClr val="0095D6"/>
                </a:solidFill>
                <a:effectLst/>
                <a:latin typeface="Roboto" panose="02000000000000000000" pitchFamily="2" charset="0"/>
              </a:rPr>
              <a:t>The tool shown on the right is our first stab at the power level analysis of our radar. Here we’re using a tool called radar designer. </a:t>
            </a:r>
          </a:p>
          <a:p>
            <a:pPr algn="just"/>
            <a:r>
              <a:rPr lang="en-US" b="0" i="0" dirty="0">
                <a:solidFill>
                  <a:srgbClr val="0095D6"/>
                </a:solidFill>
                <a:effectLst/>
                <a:latin typeface="Roboto" panose="02000000000000000000" pitchFamily="2" charset="0"/>
              </a:rPr>
              <a:t>We’ll go into more detail shortly but in a nutshell, Radar Designer is where  you would begin to specify your targets and environments and start selecting waveform parameters</a:t>
            </a:r>
          </a:p>
          <a:p>
            <a:pPr algn="just"/>
            <a:r>
              <a:rPr lang="en-US" b="0" i="0" dirty="0">
                <a:solidFill>
                  <a:srgbClr val="0095D6"/>
                </a:solidFill>
                <a:effectLst/>
                <a:latin typeface="Roboto" panose="02000000000000000000" pitchFamily="2" charset="0"/>
              </a:rPr>
              <a:t>that would be suitable for meeting your performance specification. </a:t>
            </a:r>
            <a:endParaRPr lang="en-US" dirty="0"/>
          </a:p>
        </p:txBody>
      </p:sp>
      <p:sp>
        <p:nvSpPr>
          <p:cNvPr id="4" name="Slide Number Placeholder 3">
            <a:extLst>
              <a:ext uri="{FF2B5EF4-FFF2-40B4-BE49-F238E27FC236}">
                <a16:creationId xmlns:a16="http://schemas.microsoft.com/office/drawing/2014/main" id="{95208BFC-4D97-FB40-B2F7-8F2DA8383CEB}"/>
              </a:ext>
            </a:extLst>
          </p:cNvPr>
          <p:cNvSpPr>
            <a:spLocks noGrp="1"/>
          </p:cNvSpPr>
          <p:nvPr>
            <p:ph type="sldNum" sz="quarter" idx="5"/>
          </p:nvPr>
        </p:nvSpPr>
        <p:spPr/>
        <p:txBody>
          <a:bodyPr/>
          <a:lstStyle/>
          <a:p>
            <a:fld id="{AD73B8C3-A209-4A55-9261-22C2A02B3159}" type="slidenum">
              <a:rPr lang="en-US" smtClean="0"/>
              <a:pPr/>
              <a:t>44</a:t>
            </a:fld>
            <a:endParaRPr lang="en-US"/>
          </a:p>
        </p:txBody>
      </p:sp>
    </p:spTree>
    <p:extLst>
      <p:ext uri="{BB962C8B-B14F-4D97-AF65-F5344CB8AC3E}">
        <p14:creationId xmlns:p14="http://schemas.microsoft.com/office/powerpoint/2010/main" val="23009423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7.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8.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9.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0.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1.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Background" descr="bluemesh.jpg"/>
          <p:cNvPicPr>
            <a:picLocks noChangeAspect="1"/>
          </p:cNvPicPr>
          <p:nvPr userDrawn="1"/>
        </p:nvPicPr>
        <p:blipFill>
          <a:blip r:embed="rId2" cstate="print"/>
          <a:stretch>
            <a:fillRect/>
          </a:stretch>
        </p:blipFill>
        <p:spPr>
          <a:xfrm>
            <a:off x="-4067" y="1287"/>
            <a:ext cx="12209092" cy="6856713"/>
          </a:xfrm>
          <a:prstGeom prst="rect">
            <a:avLst/>
          </a:prstGeom>
        </p:spPr>
      </p:pic>
      <p:sp>
        <p:nvSpPr>
          <p:cNvPr id="21" name="Title"/>
          <p:cNvSpPr>
            <a:spLocks noGrp="1"/>
          </p:cNvSpPr>
          <p:nvPr>
            <p:ph type="ctrTitle"/>
          </p:nvPr>
        </p:nvSpPr>
        <p:spPr>
          <a:xfrm>
            <a:off x="914400" y="914400"/>
            <a:ext cx="10363200" cy="1828800"/>
          </a:xfrm>
        </p:spPr>
        <p:txBody>
          <a:bodyPr/>
          <a:lstStyle>
            <a:lvl1pPr algn="l">
              <a:defRPr sz="3200">
                <a:solidFill>
                  <a:schemeClr val="tx2"/>
                </a:solidFill>
              </a:defRPr>
            </a:lvl1pPr>
          </a:lstStyle>
          <a:p>
            <a:r>
              <a:rPr lang="en-US"/>
              <a:t>Click to edit Master title style</a:t>
            </a:r>
          </a:p>
        </p:txBody>
      </p:sp>
      <p:sp>
        <p:nvSpPr>
          <p:cNvPr id="22" name="Subtitle"/>
          <p:cNvSpPr>
            <a:spLocks noGrp="1"/>
          </p:cNvSpPr>
          <p:nvPr>
            <p:ph type="subTitle" idx="1"/>
          </p:nvPr>
        </p:nvSpPr>
        <p:spPr>
          <a:xfrm>
            <a:off x="914400" y="3203579"/>
            <a:ext cx="10363200" cy="987425"/>
          </a:xfrm>
        </p:spPr>
        <p:txBody>
          <a:bodyPr>
            <a:normAutofit/>
          </a:bodyPr>
          <a:lstStyle>
            <a:lvl1pPr marL="0" indent="0" algn="l">
              <a:buNone/>
              <a:defRPr sz="1604" b="0">
                <a:solidFill>
                  <a:schemeClr val="tx1"/>
                </a:solidFill>
              </a:defRPr>
            </a:lvl1pPr>
            <a:lvl2pPr marL="458340" indent="0" algn="ctr">
              <a:buNone/>
              <a:defRPr>
                <a:solidFill>
                  <a:schemeClr val="tx1">
                    <a:tint val="75000"/>
                  </a:schemeClr>
                </a:solidFill>
              </a:defRPr>
            </a:lvl2pPr>
            <a:lvl3pPr marL="916680" indent="0" algn="ctr">
              <a:buNone/>
              <a:defRPr>
                <a:solidFill>
                  <a:schemeClr val="tx1">
                    <a:tint val="75000"/>
                  </a:schemeClr>
                </a:solidFill>
              </a:defRPr>
            </a:lvl3pPr>
            <a:lvl4pPr marL="1375020" indent="0" algn="ctr">
              <a:buNone/>
              <a:defRPr>
                <a:solidFill>
                  <a:schemeClr val="tx1">
                    <a:tint val="75000"/>
                  </a:schemeClr>
                </a:solidFill>
              </a:defRPr>
            </a:lvl4pPr>
            <a:lvl5pPr marL="1833361" indent="0" algn="ctr">
              <a:buNone/>
              <a:defRPr>
                <a:solidFill>
                  <a:schemeClr val="tx1">
                    <a:tint val="75000"/>
                  </a:schemeClr>
                </a:solidFill>
              </a:defRPr>
            </a:lvl5pPr>
            <a:lvl6pPr marL="2291701" indent="0" algn="ctr">
              <a:buNone/>
              <a:defRPr>
                <a:solidFill>
                  <a:schemeClr val="tx1">
                    <a:tint val="75000"/>
                  </a:schemeClr>
                </a:solidFill>
              </a:defRPr>
            </a:lvl6pPr>
            <a:lvl7pPr marL="2750041" indent="0" algn="ctr">
              <a:buNone/>
              <a:defRPr>
                <a:solidFill>
                  <a:schemeClr val="tx1">
                    <a:tint val="75000"/>
                  </a:schemeClr>
                </a:solidFill>
              </a:defRPr>
            </a:lvl7pPr>
            <a:lvl8pPr marL="3208381" indent="0" algn="ctr">
              <a:buNone/>
              <a:defRPr>
                <a:solidFill>
                  <a:schemeClr val="tx1">
                    <a:tint val="75000"/>
                  </a:schemeClr>
                </a:solidFill>
              </a:defRPr>
            </a:lvl8pPr>
            <a:lvl9pPr marL="3666721" indent="0" algn="ctr">
              <a:buNone/>
              <a:defRPr>
                <a:solidFill>
                  <a:schemeClr val="tx1">
                    <a:tint val="75000"/>
                  </a:schemeClr>
                </a:solidFill>
              </a:defRPr>
            </a:lvl9pPr>
          </a:lstStyle>
          <a:p>
            <a:r>
              <a:rPr lang="en-US"/>
              <a:t>Click to edit Master subtitle style</a:t>
            </a:r>
          </a:p>
        </p:txBody>
      </p:sp>
      <p:sp>
        <p:nvSpPr>
          <p:cNvPr id="23" name="Copyright"/>
          <p:cNvSpPr txBox="1"/>
          <p:nvPr userDrawn="1"/>
        </p:nvSpPr>
        <p:spPr>
          <a:xfrm>
            <a:off x="10227052" y="6527632"/>
            <a:ext cx="2438400" cy="246221"/>
          </a:xfrm>
          <a:prstGeom prst="rect">
            <a:avLst/>
          </a:prstGeom>
          <a:noFill/>
        </p:spPr>
        <p:txBody>
          <a:bodyPr wrap="square" rtlCol="0">
            <a:spAutoFit/>
          </a:bodyPr>
          <a:lstStyle/>
          <a:p>
            <a:r>
              <a:rPr lang="en-US" sz="1003">
                <a:solidFill>
                  <a:schemeClr val="bg1"/>
                </a:solidFill>
                <a:latin typeface="Arial" pitchFamily="34" charset="0"/>
                <a:cs typeface="Arial" pitchFamily="34" charset="0"/>
              </a:rPr>
              <a:t>© </a:t>
            </a:r>
            <a:fld id="{43FEC7B2-4A3C-43EA-A52A-F8DED3FD6DAC}" type="datetimeyyyy">
              <a:rPr lang="en-US" sz="1003" smtClean="0">
                <a:solidFill>
                  <a:schemeClr val="bg1"/>
                </a:solidFill>
                <a:latin typeface="Arial" pitchFamily="34" charset="0"/>
                <a:cs typeface="Arial" pitchFamily="34" charset="0"/>
              </a:rPr>
              <a:t>2026</a:t>
            </a:fld>
            <a:r>
              <a:rPr lang="en-US" sz="1003">
                <a:solidFill>
                  <a:schemeClr val="bg1"/>
                </a:solidFill>
                <a:latin typeface="Arial" pitchFamily="34" charset="0"/>
                <a:cs typeface="Arial" pitchFamily="34" charset="0"/>
              </a:rPr>
              <a:t> The MathWorks, Inc.</a:t>
            </a:r>
          </a:p>
        </p:txBody>
      </p:sp>
      <p:cxnSp>
        <p:nvCxnSpPr>
          <p:cNvPr id="26" name="GrayLine"/>
          <p:cNvCxnSpPr/>
          <p:nvPr userDrawn="1"/>
        </p:nvCxnSpPr>
        <p:spPr>
          <a:xfrm>
            <a:off x="-4067" y="4376652"/>
            <a:ext cx="12209092" cy="0"/>
          </a:xfrm>
          <a:prstGeom prst="line">
            <a:avLst/>
          </a:prstGeom>
          <a:ln w="57150">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9" name="Logo" descr="09_MW_logo_CMYK_REV.png"/>
          <p:cNvPicPr>
            <a:picLocks noChangeAspect="1"/>
          </p:cNvPicPr>
          <p:nvPr userDrawn="1"/>
        </p:nvPicPr>
        <p:blipFill>
          <a:blip r:embed="rId3" cstate="print"/>
          <a:stretch>
            <a:fillRect/>
          </a:stretch>
        </p:blipFill>
        <p:spPr>
          <a:xfrm>
            <a:off x="10330730" y="141139"/>
            <a:ext cx="1620665" cy="32059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sz="2800" baseline="0">
                <a:solidFill>
                  <a:schemeClr val="tx2"/>
                </a:solidFill>
              </a:defRPr>
            </a:lvl1pPr>
          </a:lstStyle>
          <a:p>
            <a:r>
              <a:rPr lang="en-US"/>
              <a:t>Click to edit Master title style</a:t>
            </a:r>
          </a:p>
        </p:txBody>
      </p:sp>
      <p:sp>
        <p:nvSpPr>
          <p:cNvPr id="3" name="Content"/>
          <p:cNvSpPr>
            <a:spLocks noGrp="1"/>
          </p:cNvSpPr>
          <p:nvPr>
            <p:ph idx="1"/>
          </p:nvPr>
        </p:nvSpPr>
        <p:spPr>
          <a:xfrm>
            <a:off x="609602"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p>
            <a:r>
              <a:rPr lang="en-US"/>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eature">
    <p:spTree>
      <p:nvGrpSpPr>
        <p:cNvPr id="1" name=""/>
        <p:cNvGrpSpPr/>
        <p:nvPr/>
      </p:nvGrpSpPr>
      <p:grpSpPr>
        <a:xfrm>
          <a:off x="0" y="0"/>
          <a:ext cx="0" cy="0"/>
          <a:chOff x="0" y="0"/>
          <a:chExt cx="0" cy="0"/>
        </a:xfrm>
      </p:grpSpPr>
      <p:sp>
        <p:nvSpPr>
          <p:cNvPr id="10" name="Title"/>
          <p:cNvSpPr>
            <a:spLocks noGrp="1"/>
          </p:cNvSpPr>
          <p:nvPr>
            <p:ph type="title"/>
          </p:nvPr>
        </p:nvSpPr>
        <p:spPr>
          <a:xfrm>
            <a:off x="609600" y="457200"/>
            <a:ext cx="9448800" cy="990600"/>
          </a:xfrm>
        </p:spPr>
        <p:txBody>
          <a:bodyPr anchor="t" anchorCtr="0"/>
          <a:lstStyle>
            <a:lvl1pPr algn="l">
              <a:defRPr sz="2800" b="0" i="0">
                <a:solidFill>
                  <a:schemeClr val="tx2"/>
                </a:solidFill>
              </a:defRPr>
            </a:lvl1pPr>
          </a:lstStyle>
          <a:p>
            <a:r>
              <a:rPr lang="en-US"/>
              <a:t>Click to edit Master title style</a:t>
            </a:r>
          </a:p>
        </p:txBody>
      </p:sp>
      <p:sp>
        <p:nvSpPr>
          <p:cNvPr id="11" name="Content"/>
          <p:cNvSpPr>
            <a:spLocks noGrp="1"/>
          </p:cNvSpPr>
          <p:nvPr>
            <p:ph sz="half" idx="10" hasCustomPrompt="1"/>
          </p:nvPr>
        </p:nvSpPr>
        <p:spPr>
          <a:xfrm>
            <a:off x="609601" y="2819400"/>
            <a:ext cx="5080001" cy="3200400"/>
          </a:xfrm>
        </p:spPr>
        <p:txBody>
          <a:bodyPr/>
          <a:lstStyle>
            <a:lvl1pPr>
              <a:buClr>
                <a:srgbClr val="125687"/>
              </a:buClr>
              <a:buSzTx/>
              <a:defRPr sz="1800" baseline="0"/>
            </a:lvl1pPr>
            <a:lvl2pPr>
              <a:defRPr sz="1604"/>
            </a:lvl2pPr>
            <a:lvl3pPr>
              <a:buNone/>
              <a:defRPr sz="1604"/>
            </a:lvl3pPr>
            <a:lvl4pPr>
              <a:defRPr sz="1805"/>
            </a:lvl4pPr>
            <a:lvl5pPr>
              <a:defRPr sz="1805"/>
            </a:lvl5pPr>
            <a:lvl6pPr>
              <a:defRPr sz="1805"/>
            </a:lvl6pPr>
            <a:lvl7pPr>
              <a:defRPr sz="1805"/>
            </a:lvl7pPr>
            <a:lvl8pPr>
              <a:defRPr sz="1805"/>
            </a:lvl8pPr>
            <a:lvl9pPr>
              <a:defRPr sz="1805"/>
            </a:lvl9pPr>
          </a:lstStyle>
          <a:p>
            <a:pPr lvl="0">
              <a:buClr>
                <a:srgbClr val="125687"/>
              </a:buClr>
              <a:buSzTx/>
            </a:pPr>
            <a:r>
              <a:rPr lang="en-US"/>
              <a:t>Click to add b</a:t>
            </a:r>
            <a:r>
              <a:rPr lang="en-US" sz="1805">
                <a:solidFill>
                  <a:prstClr val="black"/>
                </a:solidFill>
              </a:rPr>
              <a:t>rief summary and benefits of feature (ideally three bullets)</a:t>
            </a:r>
          </a:p>
          <a:p>
            <a:pPr lvl="1"/>
            <a:r>
              <a:rPr lang="en-US"/>
              <a:t>Second level</a:t>
            </a:r>
          </a:p>
        </p:txBody>
      </p:sp>
      <p:sp>
        <p:nvSpPr>
          <p:cNvPr id="13" name="Headline"/>
          <p:cNvSpPr>
            <a:spLocks noGrp="1"/>
          </p:cNvSpPr>
          <p:nvPr>
            <p:ph type="body" sz="quarter" idx="11" hasCustomPrompt="1"/>
          </p:nvPr>
        </p:nvSpPr>
        <p:spPr>
          <a:xfrm>
            <a:off x="609601" y="1600200"/>
            <a:ext cx="5080001" cy="838200"/>
          </a:xfrm>
        </p:spPr>
        <p:txBody>
          <a:bodyPr anchor="t"/>
          <a:lstStyle>
            <a:lvl1pPr marL="0" indent="0" algn="l">
              <a:buNone/>
              <a:defRPr sz="2000" b="0" i="0" baseline="0"/>
            </a:lvl1pPr>
          </a:lstStyle>
          <a:p>
            <a:pPr lvl="0"/>
            <a:r>
              <a:rPr lang="en-US"/>
              <a:t>Click to add headline</a:t>
            </a:r>
            <a:r>
              <a:rPr lang="en-US" sz="2005" b="1">
                <a:solidFill>
                  <a:prstClr val="black"/>
                </a:solidFill>
              </a:rPr>
              <a:t> providing value of feature</a:t>
            </a:r>
            <a:endParaRPr lang="en-US"/>
          </a:p>
        </p:txBody>
      </p:sp>
      <p:sp>
        <p:nvSpPr>
          <p:cNvPr id="14" name="ProductName"/>
          <p:cNvSpPr>
            <a:spLocks noGrp="1"/>
          </p:cNvSpPr>
          <p:nvPr>
            <p:ph type="body" sz="half" idx="12" hasCustomPrompt="1"/>
          </p:nvPr>
        </p:nvSpPr>
        <p:spPr>
          <a:xfrm>
            <a:off x="609602" y="6172200"/>
            <a:ext cx="5473700" cy="533400"/>
          </a:xfrm>
        </p:spPr>
        <p:txBody>
          <a:bodyPr anchor="b" anchorCtr="0"/>
          <a:lstStyle>
            <a:lvl1pPr marL="230761" indent="-229170">
              <a:buClrTx/>
              <a:buSzPct val="125000"/>
              <a:buFont typeface="Courier New" pitchFamily="49" charset="0"/>
              <a:buChar char="»"/>
              <a:defRPr sz="1604" b="0">
                <a:latin typeface="Courier New" pitchFamily="49" charset="0"/>
                <a:cs typeface="Courier New" pitchFamily="49" charset="0"/>
              </a:defRPr>
            </a:lvl1pPr>
          </a:lstStyle>
          <a:p>
            <a:pPr lvl="0"/>
            <a:r>
              <a:rPr lang="en-US"/>
              <a:t>Click to add </a:t>
            </a:r>
            <a:r>
              <a:rPr lang="en-US" sz="1604" err="1">
                <a:latin typeface="Courier New" pitchFamily="49" charset="0"/>
                <a:cs typeface="Courier New" pitchFamily="49" charset="0"/>
              </a:rPr>
              <a:t>product_example_name</a:t>
            </a:r>
            <a:r>
              <a:rPr lang="en-US" sz="1604">
                <a:latin typeface="Courier New" pitchFamily="49" charset="0"/>
                <a:cs typeface="Courier New" pitchFamily="49" charset="0"/>
              </a:rPr>
              <a:t>.</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963084" y="1914529"/>
            <a:ext cx="10363200" cy="1362075"/>
          </a:xfrm>
        </p:spPr>
        <p:txBody>
          <a:bodyPr anchor="t"/>
          <a:lstStyle>
            <a:lvl1pPr algn="ctr">
              <a:defRPr sz="3200" b="0" cap="none">
                <a:solidFill>
                  <a:schemeClr val="tx2"/>
                </a:solidFill>
              </a:defRPr>
            </a:lvl1pPr>
          </a:lstStyle>
          <a:p>
            <a:r>
              <a:rPr lang="en-US"/>
              <a:t>Click to edit Section Header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a:solidFill>
                  <a:schemeClr val="tx2"/>
                </a:solidFill>
              </a:defRPr>
            </a:lvl1pPr>
          </a:lstStyle>
          <a:p>
            <a:r>
              <a:rPr lang="en-US"/>
              <a:t>Click to edit Master title style</a:t>
            </a:r>
          </a:p>
        </p:txBody>
      </p:sp>
      <p:sp>
        <p:nvSpPr>
          <p:cNvPr id="3" name="LeftContent"/>
          <p:cNvSpPr>
            <a:spLocks noGrp="1"/>
          </p:cNvSpPr>
          <p:nvPr>
            <p:ph sz="half" idx="1"/>
          </p:nvPr>
        </p:nvSpPr>
        <p:spPr>
          <a:xfrm>
            <a:off x="609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RightContent"/>
          <p:cNvSpPr>
            <a:spLocks noGrp="1"/>
          </p:cNvSpPr>
          <p:nvPr>
            <p:ph sz="half" idx="2"/>
          </p:nvPr>
        </p:nvSpPr>
        <p:spPr>
          <a:xfrm>
            <a:off x="6197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Content"/>
          <p:cNvSpPr txBox="1">
            <a:spLocks noChangeArrowheads="1"/>
          </p:cNvSpPr>
          <p:nvPr userDrawn="1"/>
        </p:nvSpPr>
        <p:spPr bwMode="auto">
          <a:xfrm>
            <a:off x="607484" y="1600200"/>
            <a:ext cx="10765536" cy="4648200"/>
          </a:xfrm>
          <a:prstGeom prst="rect">
            <a:avLst/>
          </a:prstGeom>
          <a:noFill/>
          <a:ln w="9525">
            <a:noFill/>
            <a:miter lim="800000"/>
            <a:headEnd/>
            <a:tailEnd/>
          </a:ln>
          <a:effectLst/>
        </p:spPr>
        <p:txBody>
          <a:bodyPr wrap="none"/>
          <a:lstStyle/>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Edit</a:t>
            </a:r>
            <a:r>
              <a:rPr lang="en-US" sz="2400" baseline="0">
                <a:latin typeface="Arial" pitchFamily="34" charset="0"/>
                <a:cs typeface="Arial" pitchFamily="34" charset="0"/>
              </a:rPr>
              <a:t> in Slide Master view to e</a:t>
            </a:r>
            <a:r>
              <a:rPr lang="en-US" sz="2400">
                <a:latin typeface="Arial" pitchFamily="34" charset="0"/>
                <a:cs typeface="Arial" pitchFamily="34" charset="0"/>
              </a:rPr>
              <a:t>nter agenda items</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 2</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a:t>
            </a:r>
            <a:r>
              <a:rPr lang="en-US" sz="2400" baseline="0">
                <a:latin typeface="Arial" pitchFamily="34" charset="0"/>
                <a:cs typeface="Arial" pitchFamily="34" charset="0"/>
              </a:rPr>
              <a:t> 3</a:t>
            </a:r>
          </a:p>
          <a:p>
            <a:pPr marL="342164" lvl="0" indent="-342164">
              <a:buClr>
                <a:schemeClr val="tx2"/>
              </a:buClr>
              <a:buSzPct val="75000"/>
              <a:buFont typeface="Wingdings" pitchFamily="2" charset="2"/>
              <a:buChar char="§"/>
              <a:tabLst>
                <a:tab pos="458340" algn="l"/>
              </a:tabLst>
            </a:pPr>
            <a:r>
              <a:rPr lang="en-US" sz="2400" baseline="0">
                <a:latin typeface="Arial" pitchFamily="34" charset="0"/>
                <a:cs typeface="Arial" pitchFamily="34" charset="0"/>
              </a:rPr>
              <a:t>Bullet 4</a:t>
            </a:r>
          </a:p>
          <a:p>
            <a:pPr marL="342164" lvl="0" indent="-342164">
              <a:buClr>
                <a:schemeClr val="tx2"/>
              </a:buClr>
              <a:buSzPct val="75000"/>
              <a:buFont typeface="Wingdings" pitchFamily="2" charset="2"/>
              <a:buChar char="§"/>
              <a:tabLst>
                <a:tab pos="458340" algn="l"/>
              </a:tabLst>
            </a:pPr>
            <a:endParaRPr lang="en-US" sz="2400">
              <a:latin typeface="Arial" pitchFamily="34" charset="0"/>
              <a:cs typeface="Arial" pitchFamily="34" charset="0"/>
            </a:endParaRPr>
          </a:p>
        </p:txBody>
      </p:sp>
      <p:sp>
        <p:nvSpPr>
          <p:cNvPr id="5" name="Title"/>
          <p:cNvSpPr txBox="1">
            <a:spLocks noChangeArrowheads="1"/>
          </p:cNvSpPr>
          <p:nvPr userDrawn="1"/>
        </p:nvSpPr>
        <p:spPr bwMode="auto">
          <a:xfrm>
            <a:off x="607484" y="464695"/>
            <a:ext cx="10765536" cy="1143000"/>
          </a:xfrm>
          <a:prstGeom prst="rect">
            <a:avLst/>
          </a:prstGeom>
          <a:noFill/>
          <a:ln w="9525">
            <a:noFill/>
            <a:miter lim="800000"/>
            <a:headEnd/>
            <a:tailEnd/>
          </a:ln>
          <a:effectLst/>
        </p:spPr>
        <p:txBody>
          <a:bodyPr wrap="none"/>
          <a:lstStyle/>
          <a:p>
            <a:pPr marL="0" marR="0" indent="0" algn="l" defTabSz="916680" rtl="0" eaLnBrk="1" fontAlgn="auto" latinLnBrk="0" hangingPunct="1">
              <a:lnSpc>
                <a:spcPct val="100000"/>
              </a:lnSpc>
              <a:spcBef>
                <a:spcPts val="0"/>
              </a:spcBef>
              <a:spcAft>
                <a:spcPts val="0"/>
              </a:spcAft>
              <a:buClrTx/>
              <a:buSzTx/>
              <a:buFontTx/>
              <a:buNone/>
              <a:tabLst/>
              <a:defRPr/>
            </a:pPr>
            <a:r>
              <a:rPr lang="en-US" sz="2800" b="0">
                <a:solidFill>
                  <a:schemeClr val="tx2"/>
                </a:solidFill>
                <a:latin typeface="Arial" pitchFamily="34" charset="0"/>
                <a:cs typeface="Arial" pitchFamily="34" charset="0"/>
              </a:rPr>
              <a:t>Edit in Slide</a:t>
            </a:r>
            <a:r>
              <a:rPr lang="en-US" sz="2800" b="0" baseline="0">
                <a:solidFill>
                  <a:schemeClr val="tx2"/>
                </a:solidFill>
                <a:latin typeface="Arial" pitchFamily="34" charset="0"/>
                <a:cs typeface="Arial" pitchFamily="34" charset="0"/>
              </a:rPr>
              <a:t> Master view to e</a:t>
            </a:r>
            <a:r>
              <a:rPr lang="en-US" sz="2800" b="0">
                <a:solidFill>
                  <a:schemeClr val="tx2"/>
                </a:solidFill>
                <a:latin typeface="Arial" pitchFamily="34" charset="0"/>
                <a:cs typeface="Arial" pitchFamily="34" charset="0"/>
              </a:rPr>
              <a:t>nter agenda</a:t>
            </a:r>
            <a:r>
              <a:rPr lang="en-US" sz="2800" b="0" baseline="0">
                <a:solidFill>
                  <a:schemeClr val="tx2"/>
                </a:solidFill>
                <a:latin typeface="Arial" pitchFamily="34" charset="0"/>
                <a:cs typeface="Arial" pitchFamily="34" charset="0"/>
              </a:rPr>
              <a:t> title</a:t>
            </a:r>
            <a:endParaRPr lang="en-US" sz="2800" b="0">
              <a:solidFill>
                <a:schemeClr val="tx2"/>
              </a:solidFill>
              <a:latin typeface="Arial" pitchFamily="34" charset="0"/>
              <a:cs typeface="Arial"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cNvSpPr>
            <a:spLocks noGrp="1"/>
          </p:cNvSpPr>
          <p:nvPr>
            <p:ph idx="1"/>
          </p:nvPr>
        </p:nvSpPr>
        <p:spPr>
          <a:xfrm>
            <a:off x="172286" y="1321908"/>
            <a:ext cx="9659969" cy="484632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Edit Master text styles</a:t>
            </a:r>
          </a:p>
          <a:p>
            <a:pPr lvl="1"/>
            <a:r>
              <a:rPr lang="en-US"/>
              <a:t>Second level</a:t>
            </a:r>
          </a:p>
          <a:p>
            <a:pPr lvl="2"/>
            <a:r>
              <a:rPr lang="en-US"/>
              <a:t>Third level</a:t>
            </a:r>
          </a:p>
        </p:txBody>
      </p:sp>
      <p:sp>
        <p:nvSpPr>
          <p:cNvPr id="2" name="Title 1">
            <a:extLst>
              <a:ext uri="{FF2B5EF4-FFF2-40B4-BE49-F238E27FC236}">
                <a16:creationId xmlns:a16="http://schemas.microsoft.com/office/drawing/2014/main" id="{AA9942AF-14D4-4689-871E-916A9B554AB8}"/>
              </a:ext>
            </a:extLst>
          </p:cNvPr>
          <p:cNvSpPr>
            <a:spLocks noGrp="1"/>
          </p:cNvSpPr>
          <p:nvPr>
            <p:ph type="title"/>
          </p:nvPr>
        </p:nvSpPr>
        <p:spPr/>
        <p:txBody>
          <a:bodyPr/>
          <a:lstStyle/>
          <a:p>
            <a:r>
              <a:rPr lang="en-US"/>
              <a:t>Click to edit Master title style</a:t>
            </a:r>
          </a:p>
        </p:txBody>
      </p:sp>
      <p:sp>
        <p:nvSpPr>
          <p:cNvPr id="7" name="Picture Placeholder 5">
            <a:extLst>
              <a:ext uri="{FF2B5EF4-FFF2-40B4-BE49-F238E27FC236}">
                <a16:creationId xmlns:a16="http://schemas.microsoft.com/office/drawing/2014/main" id="{8214A952-E6FF-7A48-9226-C37CCBDE96E3}"/>
              </a:ext>
            </a:extLst>
          </p:cNvPr>
          <p:cNvSpPr>
            <a:spLocks noGrp="1"/>
          </p:cNvSpPr>
          <p:nvPr>
            <p:ph type="pic" sz="quarter" idx="12" hasCustomPrompt="1"/>
          </p:nvPr>
        </p:nvSpPr>
        <p:spPr>
          <a:xfrm>
            <a:off x="10088563" y="0"/>
            <a:ext cx="2103437" cy="1936955"/>
          </a:xfrm>
        </p:spPr>
        <p:txBody>
          <a:bodyPr anchor="ctr"/>
          <a:lstStyle>
            <a:lvl1pPr marL="0" indent="0" algn="ctr">
              <a:buNone/>
              <a:defRPr sz="1800"/>
            </a:lvl1pPr>
          </a:lstStyle>
          <a:p>
            <a:r>
              <a:rPr lang="en-US" err="1"/>
              <a:t>PiP</a:t>
            </a:r>
            <a:r>
              <a:rPr lang="en-US"/>
              <a:t> is positioned here. Keep all text and images safely away from this non-visible area.</a:t>
            </a:r>
          </a:p>
        </p:txBody>
      </p:sp>
    </p:spTree>
    <p:custDataLst>
      <p:tags r:id="rId1"/>
    </p:custDataLst>
    <p:extLst>
      <p:ext uri="{BB962C8B-B14F-4D97-AF65-F5344CB8AC3E}">
        <p14:creationId xmlns:p14="http://schemas.microsoft.com/office/powerpoint/2010/main" val="365121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6F950-FD46-40CE-B2E4-F6576AFC065A}"/>
              </a:ext>
            </a:extLst>
          </p:cNvPr>
          <p:cNvSpPr>
            <a:spLocks noGrp="1"/>
          </p:cNvSpPr>
          <p:nvPr>
            <p:ph type="title"/>
          </p:nvPr>
        </p:nvSpPr>
        <p:spPr/>
        <p:txBody>
          <a:bodyPr/>
          <a:lstStyle/>
          <a:p>
            <a:r>
              <a:rPr lang="en-US"/>
              <a:t>Click to edit Master title style</a:t>
            </a:r>
          </a:p>
        </p:txBody>
      </p:sp>
      <p:sp>
        <p:nvSpPr>
          <p:cNvPr id="4" name="Picture Placeholder 5">
            <a:extLst>
              <a:ext uri="{FF2B5EF4-FFF2-40B4-BE49-F238E27FC236}">
                <a16:creationId xmlns:a16="http://schemas.microsoft.com/office/drawing/2014/main" id="{F824BE27-0D79-F245-B4A5-2D00BDDF1F63}"/>
              </a:ext>
            </a:extLst>
          </p:cNvPr>
          <p:cNvSpPr>
            <a:spLocks noGrp="1"/>
          </p:cNvSpPr>
          <p:nvPr>
            <p:ph type="pic" sz="quarter" idx="12" hasCustomPrompt="1"/>
          </p:nvPr>
        </p:nvSpPr>
        <p:spPr>
          <a:xfrm>
            <a:off x="10088563" y="0"/>
            <a:ext cx="2103437" cy="1936955"/>
          </a:xfrm>
        </p:spPr>
        <p:txBody>
          <a:bodyPr anchor="ctr"/>
          <a:lstStyle>
            <a:lvl1pPr marL="0" indent="0" algn="ctr">
              <a:buNone/>
              <a:defRPr sz="1800"/>
            </a:lvl1pPr>
          </a:lstStyle>
          <a:p>
            <a:r>
              <a:rPr lang="en-US" err="1"/>
              <a:t>PiP</a:t>
            </a:r>
            <a:r>
              <a:rPr lang="en-US"/>
              <a:t> is positioned here. Keep all text and images safely away from this non-visible area.</a:t>
            </a:r>
          </a:p>
        </p:txBody>
      </p:sp>
    </p:spTree>
    <p:custDataLst>
      <p:tags r:id="rId1"/>
    </p:custDataLst>
    <p:extLst>
      <p:ext uri="{BB962C8B-B14F-4D97-AF65-F5344CB8AC3E}">
        <p14:creationId xmlns:p14="http://schemas.microsoft.com/office/powerpoint/2010/main" val="933116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EE264383-8CD6-F246-9DE2-284CD7BBB5A0}"/>
              </a:ext>
            </a:extLst>
          </p:cNvPr>
          <p:cNvSpPr>
            <a:spLocks noGrp="1"/>
          </p:cNvSpPr>
          <p:nvPr>
            <p:ph type="pic" sz="quarter" idx="12" hasCustomPrompt="1"/>
          </p:nvPr>
        </p:nvSpPr>
        <p:spPr>
          <a:xfrm>
            <a:off x="10088563" y="0"/>
            <a:ext cx="2103437" cy="1936955"/>
          </a:xfrm>
        </p:spPr>
        <p:txBody>
          <a:bodyPr anchor="ctr"/>
          <a:lstStyle>
            <a:lvl1pPr marL="0" indent="0" algn="ctr">
              <a:buNone/>
              <a:defRPr sz="1800"/>
            </a:lvl1pPr>
          </a:lstStyle>
          <a:p>
            <a:r>
              <a:rPr lang="en-US" err="1"/>
              <a:t>PiP</a:t>
            </a:r>
            <a:r>
              <a:rPr lang="en-US"/>
              <a:t> is positioned here. Keep all text and images safely away from this non-visible area.</a:t>
            </a:r>
          </a:p>
        </p:txBody>
      </p:sp>
    </p:spTree>
    <p:custDataLst>
      <p:tags r:id="rId1"/>
    </p:custDataLst>
    <p:extLst>
      <p:ext uri="{BB962C8B-B14F-4D97-AF65-F5344CB8AC3E}">
        <p14:creationId xmlns:p14="http://schemas.microsoft.com/office/powerpoint/2010/main" val="8786692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eature">
    <p:spTree>
      <p:nvGrpSpPr>
        <p:cNvPr id="1" name=""/>
        <p:cNvGrpSpPr/>
        <p:nvPr/>
      </p:nvGrpSpPr>
      <p:grpSpPr>
        <a:xfrm>
          <a:off x="0" y="0"/>
          <a:ext cx="0" cy="0"/>
          <a:chOff x="0" y="0"/>
          <a:chExt cx="0" cy="0"/>
        </a:xfrm>
      </p:grpSpPr>
      <p:sp>
        <p:nvSpPr>
          <p:cNvPr id="11" name="Content"/>
          <p:cNvSpPr>
            <a:spLocks noGrp="1"/>
          </p:cNvSpPr>
          <p:nvPr>
            <p:ph sz="half" idx="10" hasCustomPrompt="1"/>
          </p:nvPr>
        </p:nvSpPr>
        <p:spPr>
          <a:xfrm>
            <a:off x="172287" y="2549061"/>
            <a:ext cx="9659970" cy="3200400"/>
          </a:xfrm>
        </p:spPr>
        <p:txBody>
          <a:bodyPr/>
          <a:lstStyle>
            <a:lvl1pPr>
              <a:buClr>
                <a:srgbClr val="125687"/>
              </a:buClr>
              <a:buSzTx/>
              <a:defRPr sz="1800" baseline="0"/>
            </a:lvl1pPr>
            <a:lvl2pPr>
              <a:defRPr sz="1604"/>
            </a:lvl2pPr>
            <a:lvl3pPr>
              <a:buNone/>
              <a:defRPr sz="1604"/>
            </a:lvl3pPr>
            <a:lvl4pPr>
              <a:defRPr sz="1805"/>
            </a:lvl4pPr>
            <a:lvl5pPr>
              <a:defRPr sz="1805"/>
            </a:lvl5pPr>
            <a:lvl6pPr>
              <a:defRPr sz="1805"/>
            </a:lvl6pPr>
            <a:lvl7pPr>
              <a:defRPr sz="1805"/>
            </a:lvl7pPr>
            <a:lvl8pPr>
              <a:defRPr sz="1805"/>
            </a:lvl8pPr>
            <a:lvl9pPr>
              <a:defRPr sz="1805"/>
            </a:lvl9pPr>
          </a:lstStyle>
          <a:p>
            <a:pPr lvl="0">
              <a:buClr>
                <a:srgbClr val="125687"/>
              </a:buClr>
              <a:buSzTx/>
            </a:pPr>
            <a:r>
              <a:rPr lang="en-US"/>
              <a:t>Click to add b</a:t>
            </a:r>
            <a:r>
              <a:rPr lang="en-US" sz="1805">
                <a:solidFill>
                  <a:prstClr val="black"/>
                </a:solidFill>
              </a:rPr>
              <a:t>rief summary and benefits of feature (ideally three bullets)</a:t>
            </a:r>
          </a:p>
          <a:p>
            <a:pPr lvl="1"/>
            <a:r>
              <a:rPr lang="en-US"/>
              <a:t>Second level</a:t>
            </a:r>
          </a:p>
        </p:txBody>
      </p:sp>
      <p:sp>
        <p:nvSpPr>
          <p:cNvPr id="13" name="Headlines"/>
          <p:cNvSpPr>
            <a:spLocks noGrp="1"/>
          </p:cNvSpPr>
          <p:nvPr>
            <p:ph type="body" sz="quarter" idx="11" hasCustomPrompt="1"/>
          </p:nvPr>
        </p:nvSpPr>
        <p:spPr>
          <a:xfrm>
            <a:off x="172287" y="1329861"/>
            <a:ext cx="9659970" cy="838200"/>
          </a:xfrm>
        </p:spPr>
        <p:txBody>
          <a:bodyPr anchor="t"/>
          <a:lstStyle>
            <a:lvl1pPr marL="0" indent="0" algn="l">
              <a:buNone/>
              <a:defRPr lang="en-US" sz="2000" b="0" kern="1200" baseline="0" dirty="0" smtClean="0">
                <a:solidFill>
                  <a:schemeClr val="tx1"/>
                </a:solidFill>
                <a:latin typeface="Arial" pitchFamily="34" charset="0"/>
                <a:ea typeface="+mn-ea"/>
                <a:cs typeface="Arial" pitchFamily="34" charset="0"/>
              </a:defRPr>
            </a:lvl1pPr>
          </a:lstStyle>
          <a:p>
            <a:pPr lvl="0"/>
            <a:r>
              <a:rPr lang="en-US"/>
              <a:t>Click to add headline</a:t>
            </a:r>
            <a:r>
              <a:rPr lang="en-US" sz="2005" b="1">
                <a:solidFill>
                  <a:prstClr val="black"/>
                </a:solidFill>
              </a:rPr>
              <a:t> providing value of feature</a:t>
            </a:r>
            <a:endParaRPr lang="en-US"/>
          </a:p>
        </p:txBody>
      </p:sp>
      <p:sp>
        <p:nvSpPr>
          <p:cNvPr id="14" name="ProductName"/>
          <p:cNvSpPr>
            <a:spLocks noGrp="1"/>
          </p:cNvSpPr>
          <p:nvPr>
            <p:ph type="body" sz="half" idx="12" hasCustomPrompt="1"/>
          </p:nvPr>
        </p:nvSpPr>
        <p:spPr>
          <a:xfrm>
            <a:off x="172286" y="5901861"/>
            <a:ext cx="9659969" cy="533400"/>
          </a:xfrm>
        </p:spPr>
        <p:txBody>
          <a:bodyPr anchor="b" anchorCtr="0"/>
          <a:lstStyle>
            <a:lvl1pPr marL="230763" indent="-229172">
              <a:buClrTx/>
              <a:buSzPct val="125000"/>
              <a:buFont typeface="Courier New" pitchFamily="49" charset="0"/>
              <a:buChar char="»"/>
              <a:defRPr sz="1604" b="0">
                <a:latin typeface="Courier New" pitchFamily="49" charset="0"/>
                <a:cs typeface="Courier New" pitchFamily="49" charset="0"/>
              </a:defRPr>
            </a:lvl1pPr>
          </a:lstStyle>
          <a:p>
            <a:pPr lvl="0"/>
            <a:r>
              <a:rPr lang="en-US"/>
              <a:t>Click to add </a:t>
            </a:r>
            <a:r>
              <a:rPr lang="en-US" sz="1604" err="1">
                <a:latin typeface="Courier New" pitchFamily="49" charset="0"/>
                <a:cs typeface="Courier New" pitchFamily="49" charset="0"/>
              </a:rPr>
              <a:t>product_example_name</a:t>
            </a:r>
            <a:r>
              <a:rPr lang="en-US" sz="1604">
                <a:latin typeface="Courier New" pitchFamily="49" charset="0"/>
                <a:cs typeface="Courier New" pitchFamily="49" charset="0"/>
              </a:rPr>
              <a:t>.</a:t>
            </a:r>
            <a:endParaRPr lang="en-US"/>
          </a:p>
        </p:txBody>
      </p:sp>
      <p:sp>
        <p:nvSpPr>
          <p:cNvPr id="2" name="Title 1">
            <a:extLst>
              <a:ext uri="{FF2B5EF4-FFF2-40B4-BE49-F238E27FC236}">
                <a16:creationId xmlns:a16="http://schemas.microsoft.com/office/drawing/2014/main" id="{9416450A-55A0-48D1-8D26-7F04282B20D2}"/>
              </a:ext>
            </a:extLst>
          </p:cNvPr>
          <p:cNvSpPr>
            <a:spLocks noGrp="1"/>
          </p:cNvSpPr>
          <p:nvPr>
            <p:ph type="title"/>
          </p:nvPr>
        </p:nvSpPr>
        <p:spPr/>
        <p:txBody>
          <a:bodyPr/>
          <a:lstStyle/>
          <a:p>
            <a:r>
              <a:rPr lang="en-US"/>
              <a:t>Click to edit Master title style</a:t>
            </a:r>
          </a:p>
        </p:txBody>
      </p:sp>
      <p:sp>
        <p:nvSpPr>
          <p:cNvPr id="7" name="Picture Placeholder 5">
            <a:extLst>
              <a:ext uri="{FF2B5EF4-FFF2-40B4-BE49-F238E27FC236}">
                <a16:creationId xmlns:a16="http://schemas.microsoft.com/office/drawing/2014/main" id="{3B17368B-F6F3-8E4A-8582-AAF400F2E0CD}"/>
              </a:ext>
            </a:extLst>
          </p:cNvPr>
          <p:cNvSpPr>
            <a:spLocks noGrp="1"/>
          </p:cNvSpPr>
          <p:nvPr>
            <p:ph type="pic" sz="quarter" idx="13" hasCustomPrompt="1"/>
          </p:nvPr>
        </p:nvSpPr>
        <p:spPr>
          <a:xfrm>
            <a:off x="10088563" y="0"/>
            <a:ext cx="2103437" cy="1936955"/>
          </a:xfrm>
        </p:spPr>
        <p:txBody>
          <a:bodyPr anchor="ctr"/>
          <a:lstStyle>
            <a:lvl1pPr marL="0" indent="0" algn="ctr">
              <a:buNone/>
              <a:defRPr sz="1800"/>
            </a:lvl1pPr>
          </a:lstStyle>
          <a:p>
            <a:r>
              <a:rPr lang="en-US" err="1"/>
              <a:t>PiP</a:t>
            </a:r>
            <a:r>
              <a:rPr lang="en-US"/>
              <a:t> is positioned here. Keep all text and images safely away from this non-visible area.</a:t>
            </a:r>
          </a:p>
        </p:txBody>
      </p:sp>
    </p:spTree>
    <p:custDataLst>
      <p:tags r:id="rId1"/>
    </p:custDataLst>
    <p:extLst>
      <p:ext uri="{BB962C8B-B14F-4D97-AF65-F5344CB8AC3E}">
        <p14:creationId xmlns:p14="http://schemas.microsoft.com/office/powerpoint/2010/main" val="23448204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963084" y="2747963"/>
            <a:ext cx="10363200" cy="1362075"/>
          </a:xfrm>
        </p:spPr>
        <p:txBody>
          <a:bodyPr anchor="t"/>
          <a:lstStyle>
            <a:lvl1pPr algn="ctr">
              <a:defRPr sz="3200" b="0" cap="none">
                <a:solidFill>
                  <a:schemeClr val="tx2"/>
                </a:solidFill>
              </a:defRPr>
            </a:lvl1pPr>
          </a:lstStyle>
          <a:p>
            <a:r>
              <a:rPr lang="en-US"/>
              <a:t>Click to edit Section Header Title style</a:t>
            </a:r>
          </a:p>
        </p:txBody>
      </p:sp>
      <p:sp>
        <p:nvSpPr>
          <p:cNvPr id="4" name="Picture Placeholder 5">
            <a:extLst>
              <a:ext uri="{FF2B5EF4-FFF2-40B4-BE49-F238E27FC236}">
                <a16:creationId xmlns:a16="http://schemas.microsoft.com/office/drawing/2014/main" id="{AE661EF1-ECF6-A946-8F9C-67D7F95FBA86}"/>
              </a:ext>
            </a:extLst>
          </p:cNvPr>
          <p:cNvSpPr>
            <a:spLocks noGrp="1"/>
          </p:cNvSpPr>
          <p:nvPr>
            <p:ph type="pic" sz="quarter" idx="12" hasCustomPrompt="1"/>
          </p:nvPr>
        </p:nvSpPr>
        <p:spPr>
          <a:xfrm>
            <a:off x="10088563" y="0"/>
            <a:ext cx="2103437" cy="1936955"/>
          </a:xfrm>
        </p:spPr>
        <p:txBody>
          <a:bodyPr anchor="ctr"/>
          <a:lstStyle>
            <a:lvl1pPr marL="0" indent="0" algn="ctr">
              <a:buNone/>
              <a:defRPr sz="1800"/>
            </a:lvl1pPr>
          </a:lstStyle>
          <a:p>
            <a:r>
              <a:rPr lang="en-US" err="1"/>
              <a:t>PiP</a:t>
            </a:r>
            <a:r>
              <a:rPr lang="en-US"/>
              <a:t> is positioned here. Keep all text and images safely away from this non-visible area.</a:t>
            </a:r>
          </a:p>
        </p:txBody>
      </p:sp>
    </p:spTree>
    <p:custDataLst>
      <p:tags r:id="rId1"/>
    </p:custDataLst>
    <p:extLst>
      <p:ext uri="{BB962C8B-B14F-4D97-AF65-F5344CB8AC3E}">
        <p14:creationId xmlns:p14="http://schemas.microsoft.com/office/powerpoint/2010/main" val="39098795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DE6CB71-ED63-40A1-8595-C7D398DAD113}"/>
              </a:ext>
            </a:extLst>
          </p:cNvPr>
          <p:cNvSpPr>
            <a:spLocks noGrp="1"/>
          </p:cNvSpPr>
          <p:nvPr>
            <p:ph type="title"/>
          </p:nvPr>
        </p:nvSpPr>
        <p:spPr/>
        <p:txBody>
          <a:bodyPr/>
          <a:lstStyle/>
          <a:p>
            <a:r>
              <a:rPr lang="en-US"/>
              <a:t>Click to edit Master title style</a:t>
            </a:r>
          </a:p>
        </p:txBody>
      </p:sp>
      <p:sp>
        <p:nvSpPr>
          <p:cNvPr id="7" name="Picture Placeholder 5">
            <a:extLst>
              <a:ext uri="{FF2B5EF4-FFF2-40B4-BE49-F238E27FC236}">
                <a16:creationId xmlns:a16="http://schemas.microsoft.com/office/drawing/2014/main" id="{8AB3908E-CAB2-1640-B9FB-670EBF1D5BC4}"/>
              </a:ext>
            </a:extLst>
          </p:cNvPr>
          <p:cNvSpPr>
            <a:spLocks noGrp="1"/>
          </p:cNvSpPr>
          <p:nvPr>
            <p:ph type="pic" sz="quarter" idx="12" hasCustomPrompt="1"/>
          </p:nvPr>
        </p:nvSpPr>
        <p:spPr>
          <a:xfrm>
            <a:off x="10088563" y="0"/>
            <a:ext cx="2103437" cy="1936955"/>
          </a:xfrm>
        </p:spPr>
        <p:txBody>
          <a:bodyPr anchor="ctr"/>
          <a:lstStyle>
            <a:lvl1pPr marL="0" indent="0" algn="ctr">
              <a:buNone/>
              <a:defRPr sz="1800"/>
            </a:lvl1pPr>
          </a:lstStyle>
          <a:p>
            <a:r>
              <a:rPr lang="en-US" err="1"/>
              <a:t>PiP</a:t>
            </a:r>
            <a:r>
              <a:rPr lang="en-US"/>
              <a:t> is positioned here. Keep all text and images safely away from this non-visible area.</a:t>
            </a:r>
          </a:p>
        </p:txBody>
      </p:sp>
      <p:sp>
        <p:nvSpPr>
          <p:cNvPr id="8" name="LeftContent">
            <a:extLst>
              <a:ext uri="{FF2B5EF4-FFF2-40B4-BE49-F238E27FC236}">
                <a16:creationId xmlns:a16="http://schemas.microsoft.com/office/drawing/2014/main" id="{9F8957F7-1EAA-2446-95C3-9319B9A4848B}"/>
              </a:ext>
            </a:extLst>
          </p:cNvPr>
          <p:cNvSpPr>
            <a:spLocks noGrp="1"/>
          </p:cNvSpPr>
          <p:nvPr>
            <p:ph sz="half" idx="1"/>
          </p:nvPr>
        </p:nvSpPr>
        <p:spPr>
          <a:xfrm>
            <a:off x="172287" y="1600200"/>
            <a:ext cx="466344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Edit Master text styles</a:t>
            </a:r>
          </a:p>
          <a:p>
            <a:pPr lvl="1"/>
            <a:r>
              <a:rPr lang="en-US"/>
              <a:t>Second level</a:t>
            </a:r>
          </a:p>
          <a:p>
            <a:pPr lvl="2"/>
            <a:r>
              <a:rPr lang="en-US"/>
              <a:t>Third level</a:t>
            </a:r>
          </a:p>
        </p:txBody>
      </p:sp>
      <p:sp>
        <p:nvSpPr>
          <p:cNvPr id="9" name="RightContent">
            <a:extLst>
              <a:ext uri="{FF2B5EF4-FFF2-40B4-BE49-F238E27FC236}">
                <a16:creationId xmlns:a16="http://schemas.microsoft.com/office/drawing/2014/main" id="{95DD1410-160F-8B4E-98E5-A9E1BDA71380}"/>
              </a:ext>
            </a:extLst>
          </p:cNvPr>
          <p:cNvSpPr>
            <a:spLocks noGrp="1"/>
          </p:cNvSpPr>
          <p:nvPr>
            <p:ph sz="half" idx="2"/>
          </p:nvPr>
        </p:nvSpPr>
        <p:spPr>
          <a:xfrm>
            <a:off x="5110046" y="1600200"/>
            <a:ext cx="466344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Edit Master text styles</a:t>
            </a:r>
          </a:p>
          <a:p>
            <a:pPr lvl="1"/>
            <a:r>
              <a:rPr lang="en-US"/>
              <a:t>Second level</a:t>
            </a:r>
          </a:p>
          <a:p>
            <a:pPr lvl="2"/>
            <a:r>
              <a:rPr lang="en-US"/>
              <a:t>Third level</a:t>
            </a:r>
          </a:p>
        </p:txBody>
      </p:sp>
    </p:spTree>
    <p:custDataLst>
      <p:tags r:id="rId1"/>
    </p:custDataLst>
    <p:extLst>
      <p:ext uri="{BB962C8B-B14F-4D97-AF65-F5344CB8AC3E}">
        <p14:creationId xmlns:p14="http://schemas.microsoft.com/office/powerpoint/2010/main" val="38871583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EBDC3-3E1B-46EA-B573-800152113EF1}"/>
              </a:ext>
            </a:extLst>
          </p:cNvPr>
          <p:cNvSpPr>
            <a:spLocks noGrp="1"/>
          </p:cNvSpPr>
          <p:nvPr>
            <p:ph type="title"/>
          </p:nvPr>
        </p:nvSpPr>
        <p:spPr/>
        <p:txBody>
          <a:bodyPr/>
          <a:lstStyle/>
          <a:p>
            <a:r>
              <a:rPr lang="en-US"/>
              <a:t>Click to edit Master title style</a:t>
            </a:r>
          </a:p>
        </p:txBody>
      </p:sp>
      <p:sp>
        <p:nvSpPr>
          <p:cNvPr id="6" name="Picture Placeholder 5">
            <a:extLst>
              <a:ext uri="{FF2B5EF4-FFF2-40B4-BE49-F238E27FC236}">
                <a16:creationId xmlns:a16="http://schemas.microsoft.com/office/drawing/2014/main" id="{E1C419B4-9BB9-D54D-82B7-6044A25A5928}"/>
              </a:ext>
            </a:extLst>
          </p:cNvPr>
          <p:cNvSpPr>
            <a:spLocks noGrp="1"/>
          </p:cNvSpPr>
          <p:nvPr>
            <p:ph type="pic" sz="quarter" idx="12" hasCustomPrompt="1"/>
          </p:nvPr>
        </p:nvSpPr>
        <p:spPr>
          <a:xfrm>
            <a:off x="10088563" y="0"/>
            <a:ext cx="2103437" cy="1936955"/>
          </a:xfrm>
        </p:spPr>
        <p:txBody>
          <a:bodyPr anchor="ctr"/>
          <a:lstStyle>
            <a:lvl1pPr marL="0" indent="0" algn="ctr">
              <a:buNone/>
              <a:defRPr sz="1800"/>
            </a:lvl1pPr>
          </a:lstStyle>
          <a:p>
            <a:r>
              <a:rPr lang="en-US" err="1"/>
              <a:t>PiP</a:t>
            </a:r>
            <a:r>
              <a:rPr lang="en-US"/>
              <a:t> is positioned here. Keep all text and images safely away from this non-visible area.</a:t>
            </a:r>
          </a:p>
        </p:txBody>
      </p:sp>
      <p:sp>
        <p:nvSpPr>
          <p:cNvPr id="5" name="Content">
            <a:extLst>
              <a:ext uri="{FF2B5EF4-FFF2-40B4-BE49-F238E27FC236}">
                <a16:creationId xmlns:a16="http://schemas.microsoft.com/office/drawing/2014/main" id="{29393E02-5EF9-C04D-983C-EE60BCD83FC1}"/>
              </a:ext>
            </a:extLst>
          </p:cNvPr>
          <p:cNvSpPr>
            <a:spLocks noGrp="1"/>
          </p:cNvSpPr>
          <p:nvPr>
            <p:ph idx="1" hasCustomPrompt="1"/>
          </p:nvPr>
        </p:nvSpPr>
        <p:spPr>
          <a:xfrm>
            <a:off x="172287" y="1321908"/>
            <a:ext cx="9659970" cy="4846320"/>
          </a:xfrm>
        </p:spPr>
        <p:txBody>
          <a:bodyPr/>
          <a:lstStyle>
            <a:lvl1pPr marL="0" indent="0">
              <a:buClr>
                <a:schemeClr val="tx2"/>
              </a:buClr>
              <a:buSzPct val="75000"/>
              <a:buFont typeface="Wingdings" pitchFamily="2" charset="2"/>
              <a:buNone/>
              <a:tabLst>
                <a:tab pos="458343" algn="l"/>
              </a:tabLst>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marL="342166" lvl="0" indent="-342166">
              <a:buClr>
                <a:schemeClr val="tx2"/>
              </a:buClr>
              <a:buSzPct val="75000"/>
              <a:buFont typeface="Wingdings" pitchFamily="2" charset="2"/>
              <a:buChar char="§"/>
              <a:tabLst>
                <a:tab pos="458343" algn="l"/>
              </a:tabLst>
            </a:pPr>
            <a:r>
              <a:rPr lang="en-US" sz="2400">
                <a:latin typeface="Arial" pitchFamily="34" charset="0"/>
                <a:cs typeface="Arial" pitchFamily="34" charset="0"/>
              </a:rPr>
              <a:t>Edit</a:t>
            </a:r>
            <a:r>
              <a:rPr lang="en-US" sz="2400" baseline="0">
                <a:latin typeface="Arial" pitchFamily="34" charset="0"/>
                <a:cs typeface="Arial" pitchFamily="34" charset="0"/>
              </a:rPr>
              <a:t> in Slide Master view to e</a:t>
            </a:r>
            <a:r>
              <a:rPr lang="en-US" sz="2400">
                <a:latin typeface="Arial" pitchFamily="34" charset="0"/>
                <a:cs typeface="Arial" pitchFamily="34" charset="0"/>
              </a:rPr>
              <a:t>nter agenda items</a:t>
            </a:r>
          </a:p>
          <a:p>
            <a:pPr marL="342166" lvl="0" indent="-342166">
              <a:buClr>
                <a:schemeClr val="tx2"/>
              </a:buClr>
              <a:buSzPct val="75000"/>
              <a:buFont typeface="Wingdings" pitchFamily="2" charset="2"/>
              <a:buChar char="§"/>
              <a:tabLst>
                <a:tab pos="458343" algn="l"/>
              </a:tabLst>
            </a:pPr>
            <a:r>
              <a:rPr lang="en-US" sz="2400">
                <a:latin typeface="Arial" pitchFamily="34" charset="0"/>
                <a:cs typeface="Arial" pitchFamily="34" charset="0"/>
              </a:rPr>
              <a:t>Bullet 2</a:t>
            </a:r>
          </a:p>
          <a:p>
            <a:pPr marL="342166" lvl="0" indent="-342166">
              <a:buClr>
                <a:schemeClr val="tx2"/>
              </a:buClr>
              <a:buSzPct val="75000"/>
              <a:buFont typeface="Wingdings" pitchFamily="2" charset="2"/>
              <a:buChar char="§"/>
              <a:tabLst>
                <a:tab pos="458343" algn="l"/>
              </a:tabLst>
            </a:pPr>
            <a:r>
              <a:rPr lang="en-US" sz="2400">
                <a:latin typeface="Arial" pitchFamily="34" charset="0"/>
                <a:cs typeface="Arial" pitchFamily="34" charset="0"/>
              </a:rPr>
              <a:t>Bullet</a:t>
            </a:r>
            <a:r>
              <a:rPr lang="en-US" sz="2400" baseline="0">
                <a:latin typeface="Arial" pitchFamily="34" charset="0"/>
                <a:cs typeface="Arial" pitchFamily="34" charset="0"/>
              </a:rPr>
              <a:t> 3</a:t>
            </a:r>
          </a:p>
          <a:p>
            <a:pPr marL="342166" lvl="0" indent="-342166">
              <a:buClr>
                <a:schemeClr val="tx2"/>
              </a:buClr>
              <a:buSzPct val="75000"/>
              <a:buFont typeface="Wingdings" pitchFamily="2" charset="2"/>
              <a:buChar char="§"/>
              <a:tabLst>
                <a:tab pos="458343" algn="l"/>
              </a:tabLst>
            </a:pPr>
            <a:r>
              <a:rPr lang="en-US" sz="2400" baseline="0">
                <a:latin typeface="Arial" pitchFamily="34" charset="0"/>
                <a:cs typeface="Arial" pitchFamily="34" charset="0"/>
              </a:rPr>
              <a:t>Bullet 4</a:t>
            </a:r>
          </a:p>
          <a:p>
            <a:pPr marL="342166" lvl="0" indent="-342166">
              <a:buClr>
                <a:schemeClr val="tx2"/>
              </a:buClr>
              <a:buSzPct val="75000"/>
              <a:buFont typeface="Wingdings" pitchFamily="2" charset="2"/>
              <a:buChar char="§"/>
              <a:tabLst>
                <a:tab pos="458343" algn="l"/>
              </a:tabLst>
            </a:pPr>
            <a:endParaRPr lang="en-US" sz="2400">
              <a:latin typeface="Arial" pitchFamily="34" charset="0"/>
              <a:cs typeface="Arial" pitchFamily="34" charset="0"/>
            </a:endParaRPr>
          </a:p>
        </p:txBody>
      </p:sp>
    </p:spTree>
    <p:custDataLst>
      <p:tags r:id="rId1"/>
    </p:custDataLst>
    <p:extLst>
      <p:ext uri="{BB962C8B-B14F-4D97-AF65-F5344CB8AC3E}">
        <p14:creationId xmlns:p14="http://schemas.microsoft.com/office/powerpoint/2010/main" val="1509387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Assertion Evidence">
    <p:spTree>
      <p:nvGrpSpPr>
        <p:cNvPr id="1" name="Shape 12"/>
        <p:cNvGrpSpPr/>
        <p:nvPr/>
      </p:nvGrpSpPr>
      <p:grpSpPr>
        <a:xfrm>
          <a:off x="0" y="0"/>
          <a:ext cx="0" cy="0"/>
          <a:chOff x="0" y="0"/>
          <a:chExt cx="0" cy="0"/>
        </a:xfrm>
      </p:grpSpPr>
      <p:sp>
        <p:nvSpPr>
          <p:cNvPr id="3" name="Text Placeholder 2">
            <a:extLst>
              <a:ext uri="{FF2B5EF4-FFF2-40B4-BE49-F238E27FC236}">
                <a16:creationId xmlns:a16="http://schemas.microsoft.com/office/drawing/2014/main" id="{029A82BE-20A1-B143-9305-B36846521908}"/>
              </a:ext>
            </a:extLst>
          </p:cNvPr>
          <p:cNvSpPr>
            <a:spLocks noGrp="1"/>
          </p:cNvSpPr>
          <p:nvPr>
            <p:ph type="body" sz="quarter" idx="10" hasCustomPrompt="1"/>
          </p:nvPr>
        </p:nvSpPr>
        <p:spPr>
          <a:xfrm>
            <a:off x="8610600" y="3178027"/>
            <a:ext cx="3409113" cy="2783036"/>
          </a:xfrm>
        </p:spPr>
        <p:txBody>
          <a:bodyPr anchor="t" anchorCtr="0"/>
          <a:lstStyle>
            <a:lvl1pPr marL="0" indent="0">
              <a:buNone/>
              <a:defRPr sz="1600" b="0" baseline="0"/>
            </a:lvl1pPr>
          </a:lstStyle>
          <a:p>
            <a:pPr>
              <a:spcBef>
                <a:spcPct val="0"/>
              </a:spcBef>
            </a:pPr>
            <a:r>
              <a:rPr lang="en-US" altLang="en-US" sz="2400" b="1" i="0">
                <a:solidFill>
                  <a:schemeClr val="tx1"/>
                </a:solidFill>
                <a:latin typeface="Arial" panose="020B0604020202020204" pitchFamily="34" charset="0"/>
                <a:cs typeface="Arial" panose="020B0604020202020204" pitchFamily="34" charset="0"/>
              </a:rPr>
              <a:t>Call-outs, if needed: </a:t>
            </a:r>
            <a:br>
              <a:rPr lang="en-US" altLang="en-US" sz="2400" b="1" i="0">
                <a:solidFill>
                  <a:schemeClr val="tx1"/>
                </a:solidFill>
                <a:latin typeface="Arial" panose="020B0604020202020204" pitchFamily="34" charset="0"/>
                <a:cs typeface="Arial" panose="020B0604020202020204" pitchFamily="34" charset="0"/>
              </a:rPr>
            </a:br>
            <a:r>
              <a:rPr lang="en-US" altLang="en-US" sz="2400" b="1" i="0">
                <a:solidFill>
                  <a:schemeClr val="tx1"/>
                </a:solidFill>
                <a:latin typeface="Arial" panose="020B0604020202020204" pitchFamily="34" charset="0"/>
                <a:cs typeface="Arial" panose="020B0604020202020204" pitchFamily="34" charset="0"/>
              </a:rPr>
              <a:t>no more than two lines </a:t>
            </a:r>
          </a:p>
        </p:txBody>
      </p:sp>
      <p:sp>
        <p:nvSpPr>
          <p:cNvPr id="18" name="Picture Placeholder 11">
            <a:extLst>
              <a:ext uri="{FF2B5EF4-FFF2-40B4-BE49-F238E27FC236}">
                <a16:creationId xmlns:a16="http://schemas.microsoft.com/office/drawing/2014/main" id="{5BEE01E0-B4AD-2C42-AD7E-D7D6710BEE03}"/>
              </a:ext>
            </a:extLst>
          </p:cNvPr>
          <p:cNvSpPr>
            <a:spLocks noGrp="1"/>
          </p:cNvSpPr>
          <p:nvPr>
            <p:ph type="pic" sz="quarter" idx="11" hasCustomPrompt="1"/>
          </p:nvPr>
        </p:nvSpPr>
        <p:spPr>
          <a:xfrm>
            <a:off x="172287" y="1465263"/>
            <a:ext cx="8224953" cy="4495800"/>
          </a:xfrm>
        </p:spPr>
        <p:txBody>
          <a:bodyPr anchor="ctr" anchorCtr="0"/>
          <a:lstStyle>
            <a:lvl1pPr marL="0" marR="0" indent="0" algn="l" defTabSz="916686" rtl="0" eaLnBrk="1" fontAlgn="auto" latinLnBrk="0" hangingPunct="1">
              <a:lnSpc>
                <a:spcPct val="100000"/>
              </a:lnSpc>
              <a:spcBef>
                <a:spcPct val="20000"/>
              </a:spcBef>
              <a:spcAft>
                <a:spcPts val="0"/>
              </a:spcAft>
              <a:buClr>
                <a:schemeClr val="tx2"/>
              </a:buClr>
              <a:buSzPct val="75000"/>
              <a:buFont typeface="Wingdings" pitchFamily="2" charset="2"/>
              <a:buNone/>
              <a:tabLst/>
              <a:defRPr/>
            </a:lvl1pPr>
          </a:lstStyle>
          <a:p>
            <a:pPr lvl="0" algn="ctr" eaLnBrk="0" fontAlgn="base" hangingPunct="0">
              <a:spcBef>
                <a:spcPct val="0"/>
              </a:spcBef>
              <a:spcAft>
                <a:spcPct val="0"/>
              </a:spcAft>
              <a:defRPr/>
            </a:pPr>
            <a:r>
              <a:rPr lang="en-US" sz="2400" b="0" i="0" kern="0">
                <a:solidFill>
                  <a:srgbClr val="000000"/>
                </a:solidFill>
                <a:latin typeface="Arial" panose="020B0604020202020204" pitchFamily="34" charset="0"/>
                <a:ea typeface="MS PGothic" panose="020B0600070205080204" pitchFamily="34" charset="-128"/>
                <a:cs typeface="Arial" panose="020B0604020202020204" pitchFamily="34" charset="0"/>
              </a:rPr>
              <a:t>Supporting photograph, drawing, film, </a:t>
            </a:r>
            <a:br>
              <a:rPr lang="en-US" sz="2400" b="0" i="0" kern="0">
                <a:solidFill>
                  <a:srgbClr val="000000"/>
                </a:solidFill>
                <a:latin typeface="Arial" panose="020B0604020202020204" pitchFamily="34" charset="0"/>
                <a:ea typeface="MS PGothic" panose="020B0600070205080204" pitchFamily="34" charset="-128"/>
                <a:cs typeface="Arial" panose="020B0604020202020204" pitchFamily="34" charset="0"/>
              </a:rPr>
            </a:br>
            <a:r>
              <a:rPr lang="en-US" sz="2400" b="0" i="0" kern="0">
                <a:solidFill>
                  <a:srgbClr val="000000"/>
                </a:solidFill>
                <a:latin typeface="Arial" panose="020B0604020202020204" pitchFamily="34" charset="0"/>
                <a:ea typeface="MS PGothic" panose="020B0600070205080204" pitchFamily="34" charset="-128"/>
                <a:cs typeface="Arial" panose="020B0604020202020204" pitchFamily="34" charset="0"/>
              </a:rPr>
              <a:t>or graph – no bulleted lists</a:t>
            </a:r>
            <a:endParaRPr lang="en-US" sz="2800" b="0" i="0" kern="0">
              <a:solidFill>
                <a:srgbClr val="000000"/>
              </a:solidFill>
              <a:latin typeface="Arial" panose="020B0604020202020204" pitchFamily="34" charset="0"/>
              <a:ea typeface="MS PGothic" panose="020B0600070205080204" pitchFamily="34" charset="-128"/>
              <a:cs typeface="Arial" panose="020B0604020202020204" pitchFamily="34" charset="0"/>
            </a:endParaRPr>
          </a:p>
          <a:p>
            <a:pPr marL="343757" marR="0" lvl="0" indent="-343757" algn="l" defTabSz="916686" rtl="0" eaLnBrk="1" fontAlgn="auto" latinLnBrk="0" hangingPunct="1">
              <a:lnSpc>
                <a:spcPct val="100000"/>
              </a:lnSpc>
              <a:spcBef>
                <a:spcPct val="20000"/>
              </a:spcBef>
              <a:spcAft>
                <a:spcPts val="0"/>
              </a:spcAft>
              <a:buClr>
                <a:schemeClr val="tx2"/>
              </a:buClr>
              <a:buSzPct val="75000"/>
              <a:buFont typeface="Wingdings" pitchFamily="2" charset="2"/>
              <a:buChar char="§"/>
              <a:tabLst/>
              <a:defRPr/>
            </a:pPr>
            <a:endParaRPr lang="en-US" altLang="en-US" sz="2400" b="1" i="0">
              <a:solidFill>
                <a:schemeClr val="tx1"/>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28A19125-8206-42DC-905A-CB50379A2141}"/>
              </a:ext>
            </a:extLst>
          </p:cNvPr>
          <p:cNvSpPr>
            <a:spLocks noGrp="1"/>
          </p:cNvSpPr>
          <p:nvPr>
            <p:ph type="title" hasCustomPrompt="1"/>
          </p:nvPr>
        </p:nvSpPr>
        <p:spPr/>
        <p:txBody>
          <a:bodyPr/>
          <a:lstStyle>
            <a:lvl1pPr>
              <a:defRPr/>
            </a:lvl1pPr>
          </a:lstStyle>
          <a:p>
            <a:r>
              <a:rPr lang="en-US"/>
              <a:t>In an assertion-evidence slide, the headline is a two-line sentence stating the main message</a:t>
            </a:r>
          </a:p>
        </p:txBody>
      </p:sp>
      <p:sp>
        <p:nvSpPr>
          <p:cNvPr id="6" name="Picture Placeholder 5">
            <a:extLst>
              <a:ext uri="{FF2B5EF4-FFF2-40B4-BE49-F238E27FC236}">
                <a16:creationId xmlns:a16="http://schemas.microsoft.com/office/drawing/2014/main" id="{687EB345-5CE2-D14E-97E8-801F602785A0}"/>
              </a:ext>
            </a:extLst>
          </p:cNvPr>
          <p:cNvSpPr>
            <a:spLocks noGrp="1"/>
          </p:cNvSpPr>
          <p:nvPr>
            <p:ph type="pic" sz="quarter" idx="12" hasCustomPrompt="1"/>
          </p:nvPr>
        </p:nvSpPr>
        <p:spPr>
          <a:xfrm>
            <a:off x="10088563" y="0"/>
            <a:ext cx="2103437" cy="1936955"/>
          </a:xfrm>
        </p:spPr>
        <p:txBody>
          <a:bodyPr anchor="ctr"/>
          <a:lstStyle>
            <a:lvl1pPr marL="0" indent="0" algn="ctr">
              <a:buNone/>
              <a:defRPr sz="1800"/>
            </a:lvl1pPr>
          </a:lstStyle>
          <a:p>
            <a:r>
              <a:rPr lang="en-US" err="1"/>
              <a:t>PiP</a:t>
            </a:r>
            <a:r>
              <a:rPr lang="en-US"/>
              <a:t> is positioned here. Keep all text and images safely away from this non-visible area.</a:t>
            </a:r>
          </a:p>
        </p:txBody>
      </p:sp>
    </p:spTree>
    <p:custDataLst>
      <p:tags r:id="rId1"/>
    </p:custDataLst>
    <p:extLst>
      <p:ext uri="{BB962C8B-B14F-4D97-AF65-F5344CB8AC3E}">
        <p14:creationId xmlns:p14="http://schemas.microsoft.com/office/powerpoint/2010/main" val="35154673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Assertion Evidence">
    <p:spTree>
      <p:nvGrpSpPr>
        <p:cNvPr id="1" name="Shape 12"/>
        <p:cNvGrpSpPr/>
        <p:nvPr/>
      </p:nvGrpSpPr>
      <p:grpSpPr>
        <a:xfrm>
          <a:off x="0" y="0"/>
          <a:ext cx="0" cy="0"/>
          <a:chOff x="0" y="0"/>
          <a:chExt cx="0" cy="0"/>
        </a:xfrm>
      </p:grpSpPr>
      <p:sp>
        <p:nvSpPr>
          <p:cNvPr id="5" name="Picture Placeholder 11">
            <a:extLst>
              <a:ext uri="{FF2B5EF4-FFF2-40B4-BE49-F238E27FC236}">
                <a16:creationId xmlns:a16="http://schemas.microsoft.com/office/drawing/2014/main" id="{9C574241-298C-A94F-AA17-EC3F491CE8A6}"/>
              </a:ext>
            </a:extLst>
          </p:cNvPr>
          <p:cNvSpPr>
            <a:spLocks noGrp="1"/>
          </p:cNvSpPr>
          <p:nvPr>
            <p:ph type="pic" sz="quarter" idx="11" hasCustomPrompt="1"/>
          </p:nvPr>
        </p:nvSpPr>
        <p:spPr>
          <a:xfrm>
            <a:off x="3505199" y="1465263"/>
            <a:ext cx="6327057" cy="4495800"/>
          </a:xfrm>
        </p:spPr>
        <p:txBody>
          <a:bodyPr anchor="ctr" anchorCtr="0"/>
          <a:lstStyle>
            <a:lvl1pPr marL="0" marR="0" indent="0" algn="l" defTabSz="916686" rtl="0" eaLnBrk="1" fontAlgn="auto" latinLnBrk="0" hangingPunct="1">
              <a:lnSpc>
                <a:spcPct val="100000"/>
              </a:lnSpc>
              <a:spcBef>
                <a:spcPct val="20000"/>
              </a:spcBef>
              <a:spcAft>
                <a:spcPts val="0"/>
              </a:spcAft>
              <a:buClr>
                <a:schemeClr val="tx2"/>
              </a:buClr>
              <a:buSzPct val="75000"/>
              <a:buFont typeface="Wingdings" pitchFamily="2" charset="2"/>
              <a:buNone/>
              <a:tabLst/>
              <a:defRPr/>
            </a:lvl1pPr>
          </a:lstStyle>
          <a:p>
            <a:pPr lvl="0" algn="ctr" eaLnBrk="0" fontAlgn="base" hangingPunct="0">
              <a:spcBef>
                <a:spcPct val="0"/>
              </a:spcBef>
              <a:spcAft>
                <a:spcPct val="0"/>
              </a:spcAft>
              <a:defRPr/>
            </a:pPr>
            <a:r>
              <a:rPr lang="en-US" sz="2400" b="0" i="0" kern="0">
                <a:solidFill>
                  <a:srgbClr val="000000"/>
                </a:solidFill>
                <a:latin typeface="Arial" panose="020B0604020202020204" pitchFamily="34" charset="0"/>
                <a:ea typeface="MS PGothic" panose="020B0600070205080204" pitchFamily="34" charset="-128"/>
                <a:cs typeface="Arial" panose="020B0604020202020204" pitchFamily="34" charset="0"/>
              </a:rPr>
              <a:t>Replace this box with a key image to introduce talk’s scope, importance, or background</a:t>
            </a:r>
            <a:endParaRPr lang="en-US" sz="2800" b="0" i="0" kern="0">
              <a:solidFill>
                <a:srgbClr val="000000"/>
              </a:solidFill>
              <a:latin typeface="Arial" panose="020B0604020202020204" pitchFamily="34" charset="0"/>
              <a:ea typeface="MS PGothic" panose="020B0600070205080204" pitchFamily="34" charset="-128"/>
              <a:cs typeface="Arial" panose="020B0604020202020204" pitchFamily="34" charset="0"/>
            </a:endParaRPr>
          </a:p>
          <a:p>
            <a:pPr marL="343757" marR="0" lvl="0" indent="-343757" algn="l" defTabSz="916686" rtl="0" eaLnBrk="1" fontAlgn="auto" latinLnBrk="0" hangingPunct="1">
              <a:lnSpc>
                <a:spcPct val="100000"/>
              </a:lnSpc>
              <a:spcBef>
                <a:spcPct val="20000"/>
              </a:spcBef>
              <a:spcAft>
                <a:spcPts val="0"/>
              </a:spcAft>
              <a:buClr>
                <a:schemeClr val="tx2"/>
              </a:buClr>
              <a:buSzPct val="75000"/>
              <a:buFont typeface="Wingdings" pitchFamily="2" charset="2"/>
              <a:buChar char="§"/>
              <a:tabLst/>
              <a:defRPr/>
            </a:pPr>
            <a:endParaRPr lang="en-US" altLang="en-US" sz="2400" b="1" i="0">
              <a:solidFill>
                <a:schemeClr val="tx1"/>
              </a:solidFill>
              <a:latin typeface="Arial" panose="020B0604020202020204" pitchFamily="34" charset="0"/>
              <a:cs typeface="Arial" panose="020B0604020202020204" pitchFamily="34" charset="0"/>
            </a:endParaRPr>
          </a:p>
        </p:txBody>
      </p:sp>
      <p:sp>
        <p:nvSpPr>
          <p:cNvPr id="7" name="Text Placeholder 9">
            <a:extLst>
              <a:ext uri="{FF2B5EF4-FFF2-40B4-BE49-F238E27FC236}">
                <a16:creationId xmlns:a16="http://schemas.microsoft.com/office/drawing/2014/main" id="{DF18171C-4AC0-F04D-BB11-E8C583E043EF}"/>
              </a:ext>
            </a:extLst>
          </p:cNvPr>
          <p:cNvSpPr>
            <a:spLocks noGrp="1"/>
          </p:cNvSpPr>
          <p:nvPr>
            <p:ph type="body" sz="quarter" idx="10" hasCustomPrompt="1"/>
          </p:nvPr>
        </p:nvSpPr>
        <p:spPr>
          <a:xfrm>
            <a:off x="173038" y="1465263"/>
            <a:ext cx="3157537" cy="4495800"/>
          </a:xfrm>
        </p:spPr>
        <p:txBody>
          <a:bodyPr/>
          <a:lstStyle>
            <a:lvl1pPr marL="0" marR="0" indent="0" algn="l" rtl="0">
              <a:spcBef>
                <a:spcPts val="900"/>
              </a:spcBef>
              <a:buSzPct val="25000"/>
              <a:buNone/>
              <a:defRPr/>
            </a:lvl1pPr>
          </a:lstStyle>
          <a:p>
            <a:pPr>
              <a:spcBef>
                <a:spcPct val="0"/>
              </a:spcBef>
            </a:pPr>
            <a:r>
              <a:rPr lang="en-US" altLang="en-US" sz="2400" b="1" i="0">
                <a:solidFill>
                  <a:schemeClr val="tx1"/>
                </a:solidFill>
                <a:latin typeface="Arial" panose="020B0604020202020204" pitchFamily="34" charset="0"/>
                <a:cs typeface="Arial" panose="020B0604020202020204" pitchFamily="34" charset="0"/>
              </a:rPr>
              <a:t>Call-outs, if needed: </a:t>
            </a:r>
            <a:br>
              <a:rPr lang="en-US" altLang="en-US" sz="2400" b="1" i="0">
                <a:solidFill>
                  <a:schemeClr val="tx1"/>
                </a:solidFill>
                <a:latin typeface="Arial" panose="020B0604020202020204" pitchFamily="34" charset="0"/>
                <a:cs typeface="Arial" panose="020B0604020202020204" pitchFamily="34" charset="0"/>
              </a:rPr>
            </a:br>
            <a:r>
              <a:rPr lang="en-US" altLang="en-US" sz="2400" b="1" i="0">
                <a:solidFill>
                  <a:schemeClr val="tx1"/>
                </a:solidFill>
                <a:latin typeface="Arial" panose="020B0604020202020204" pitchFamily="34" charset="0"/>
                <a:cs typeface="Arial" panose="020B0604020202020204" pitchFamily="34" charset="0"/>
              </a:rPr>
              <a:t>no more than two lines </a:t>
            </a:r>
          </a:p>
        </p:txBody>
      </p:sp>
      <p:sp>
        <p:nvSpPr>
          <p:cNvPr id="2" name="Title 1">
            <a:extLst>
              <a:ext uri="{FF2B5EF4-FFF2-40B4-BE49-F238E27FC236}">
                <a16:creationId xmlns:a16="http://schemas.microsoft.com/office/drawing/2014/main" id="{1CEADDCF-2E0A-4C3F-B853-F3401E41C3EC}"/>
              </a:ext>
            </a:extLst>
          </p:cNvPr>
          <p:cNvSpPr>
            <a:spLocks noGrp="1"/>
          </p:cNvSpPr>
          <p:nvPr>
            <p:ph type="title" hasCustomPrompt="1"/>
          </p:nvPr>
        </p:nvSpPr>
        <p:spPr/>
        <p:txBody>
          <a:bodyPr/>
          <a:lstStyle>
            <a:lvl1pPr>
              <a:defRPr/>
            </a:lvl1pPr>
          </a:lstStyle>
          <a:p>
            <a:r>
              <a:rPr lang="en-US"/>
              <a:t>In an assertion-evidence slide, the headline is a two-line sentence stating the main message</a:t>
            </a:r>
          </a:p>
        </p:txBody>
      </p:sp>
      <p:sp>
        <p:nvSpPr>
          <p:cNvPr id="8" name="Picture Placeholder 5">
            <a:extLst>
              <a:ext uri="{FF2B5EF4-FFF2-40B4-BE49-F238E27FC236}">
                <a16:creationId xmlns:a16="http://schemas.microsoft.com/office/drawing/2014/main" id="{13AFB4B2-8B05-F942-BA4B-BCBF3992C90D}"/>
              </a:ext>
            </a:extLst>
          </p:cNvPr>
          <p:cNvSpPr>
            <a:spLocks noGrp="1"/>
          </p:cNvSpPr>
          <p:nvPr>
            <p:ph type="pic" sz="quarter" idx="12" hasCustomPrompt="1"/>
          </p:nvPr>
        </p:nvSpPr>
        <p:spPr>
          <a:xfrm>
            <a:off x="10088563" y="0"/>
            <a:ext cx="2103437" cy="1936955"/>
          </a:xfrm>
        </p:spPr>
        <p:txBody>
          <a:bodyPr anchor="ctr"/>
          <a:lstStyle>
            <a:lvl1pPr marL="0" indent="0" algn="ctr">
              <a:buNone/>
              <a:defRPr sz="1800"/>
            </a:lvl1pPr>
          </a:lstStyle>
          <a:p>
            <a:r>
              <a:rPr lang="en-US" err="1"/>
              <a:t>PiP</a:t>
            </a:r>
            <a:r>
              <a:rPr lang="en-US"/>
              <a:t> is positioned here. Keep all text and images safely away from this non-visible area.</a:t>
            </a:r>
          </a:p>
        </p:txBody>
      </p:sp>
    </p:spTree>
    <p:custDataLst>
      <p:tags r:id="rId1"/>
    </p:custDataLst>
    <p:extLst>
      <p:ext uri="{BB962C8B-B14F-4D97-AF65-F5344CB8AC3E}">
        <p14:creationId xmlns:p14="http://schemas.microsoft.com/office/powerpoint/2010/main" val="35045832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Assertion Evidence">
    <p:spTree>
      <p:nvGrpSpPr>
        <p:cNvPr id="1" name="Shape 12"/>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11813BC3-6186-464B-970A-3CEC00443B89}"/>
              </a:ext>
            </a:extLst>
          </p:cNvPr>
          <p:cNvSpPr>
            <a:spLocks noGrp="1"/>
          </p:cNvSpPr>
          <p:nvPr>
            <p:ph type="pic" sz="quarter" idx="12" hasCustomPrompt="1"/>
          </p:nvPr>
        </p:nvSpPr>
        <p:spPr>
          <a:xfrm>
            <a:off x="8609012" y="2393950"/>
            <a:ext cx="2590800" cy="1922463"/>
          </a:xfrm>
        </p:spPr>
        <p:txBody>
          <a:bodyPr anchor="ctr" anchorCtr="0"/>
          <a:lstStyle>
            <a:lvl1pPr marL="0" indent="0">
              <a:buNone/>
              <a:defRPr/>
            </a:lvl1pPr>
          </a:lstStyle>
          <a:p>
            <a:pPr lvl="0" algn="ctr" eaLnBrk="0" fontAlgn="base" hangingPunct="0">
              <a:spcBef>
                <a:spcPct val="0"/>
              </a:spcBef>
              <a:spcAft>
                <a:spcPct val="0"/>
              </a:spcAft>
              <a:defRPr/>
            </a:pPr>
            <a:r>
              <a:rPr lang="en-US" sz="2400" b="0" i="0" kern="0">
                <a:solidFill>
                  <a:srgbClr val="000000"/>
                </a:solidFill>
                <a:latin typeface="Arial" panose="020B0604020202020204" pitchFamily="34" charset="0"/>
                <a:ea typeface="MS PGothic" panose="020B0600070205080204" pitchFamily="34" charset="-128"/>
                <a:cs typeface="Arial" panose="020B0604020202020204" pitchFamily="34" charset="0"/>
              </a:rPr>
              <a:t>Image for Topic 3</a:t>
            </a:r>
            <a:endParaRPr lang="en-US" sz="2800" b="0" i="0" kern="0">
              <a:solidFill>
                <a:srgbClr val="000000"/>
              </a:solidFill>
              <a:latin typeface="Arial" panose="020B0604020202020204" pitchFamily="34" charset="0"/>
              <a:ea typeface="MS PGothic" panose="020B0600070205080204" pitchFamily="34" charset="-128"/>
              <a:cs typeface="Arial" panose="020B0604020202020204" pitchFamily="34" charset="0"/>
            </a:endParaRPr>
          </a:p>
        </p:txBody>
      </p:sp>
      <p:sp>
        <p:nvSpPr>
          <p:cNvPr id="16" name="Picture Placeholder 15">
            <a:extLst>
              <a:ext uri="{FF2B5EF4-FFF2-40B4-BE49-F238E27FC236}">
                <a16:creationId xmlns:a16="http://schemas.microsoft.com/office/drawing/2014/main" id="{E6240D06-94E7-054E-8FC6-86B45003F6CA}"/>
              </a:ext>
            </a:extLst>
          </p:cNvPr>
          <p:cNvSpPr>
            <a:spLocks noGrp="1"/>
          </p:cNvSpPr>
          <p:nvPr>
            <p:ph type="pic" sz="quarter" idx="11" hasCustomPrompt="1"/>
          </p:nvPr>
        </p:nvSpPr>
        <p:spPr>
          <a:xfrm>
            <a:off x="4800600" y="2393950"/>
            <a:ext cx="2590800" cy="1920875"/>
          </a:xfrm>
        </p:spPr>
        <p:txBody>
          <a:bodyPr anchor="ctr" anchorCtr="0"/>
          <a:lstStyle>
            <a:lvl1pPr marL="0" indent="0">
              <a:buNone/>
              <a:defRPr/>
            </a:lvl1pPr>
          </a:lstStyle>
          <a:p>
            <a:pPr lvl="0" algn="ctr" eaLnBrk="0" fontAlgn="base" hangingPunct="0">
              <a:spcBef>
                <a:spcPct val="0"/>
              </a:spcBef>
              <a:spcAft>
                <a:spcPct val="0"/>
              </a:spcAft>
              <a:defRPr/>
            </a:pPr>
            <a:r>
              <a:rPr lang="en-US" sz="2400" b="0" i="0" kern="0">
                <a:solidFill>
                  <a:srgbClr val="000000"/>
                </a:solidFill>
                <a:latin typeface="Arial" panose="020B0604020202020204" pitchFamily="34" charset="0"/>
                <a:ea typeface="MS PGothic" panose="020B0600070205080204" pitchFamily="34" charset="-128"/>
                <a:cs typeface="Arial" panose="020B0604020202020204" pitchFamily="34" charset="0"/>
              </a:rPr>
              <a:t>Image for Topic 2</a:t>
            </a:r>
            <a:endParaRPr lang="en-US" sz="2800" b="0" i="0" kern="0">
              <a:solidFill>
                <a:srgbClr val="000000"/>
              </a:solidFill>
              <a:latin typeface="Arial" panose="020B0604020202020204" pitchFamily="34" charset="0"/>
              <a:ea typeface="MS PGothic" panose="020B0600070205080204" pitchFamily="34" charset="-128"/>
              <a:cs typeface="Arial" panose="020B0604020202020204" pitchFamily="34" charset="0"/>
            </a:endParaRPr>
          </a:p>
        </p:txBody>
      </p:sp>
      <p:sp>
        <p:nvSpPr>
          <p:cNvPr id="14" name="Picture Placeholder 13">
            <a:extLst>
              <a:ext uri="{FF2B5EF4-FFF2-40B4-BE49-F238E27FC236}">
                <a16:creationId xmlns:a16="http://schemas.microsoft.com/office/drawing/2014/main" id="{2D8C8300-06F6-394A-BA8D-64E8901DF8FE}"/>
              </a:ext>
            </a:extLst>
          </p:cNvPr>
          <p:cNvSpPr>
            <a:spLocks noGrp="1"/>
          </p:cNvSpPr>
          <p:nvPr>
            <p:ph type="pic" sz="quarter" idx="10" hasCustomPrompt="1"/>
          </p:nvPr>
        </p:nvSpPr>
        <p:spPr>
          <a:xfrm>
            <a:off x="984568" y="2393950"/>
            <a:ext cx="2590800" cy="1922462"/>
          </a:xfrm>
        </p:spPr>
        <p:txBody>
          <a:bodyPr anchor="ctr" anchorCtr="0"/>
          <a:lstStyle>
            <a:lvl1pPr marL="0" indent="0">
              <a:buNone/>
              <a:defRPr/>
            </a:lvl1pPr>
          </a:lstStyle>
          <a:p>
            <a:pPr lvl="0" algn="ctr" eaLnBrk="0" fontAlgn="base" hangingPunct="0">
              <a:spcBef>
                <a:spcPct val="0"/>
              </a:spcBef>
              <a:spcAft>
                <a:spcPct val="0"/>
              </a:spcAft>
              <a:defRPr/>
            </a:pPr>
            <a:r>
              <a:rPr lang="en-US" sz="2400" b="0" i="0" kern="0">
                <a:solidFill>
                  <a:srgbClr val="000000"/>
                </a:solidFill>
                <a:latin typeface="Arial" panose="020B0604020202020204" pitchFamily="34" charset="0"/>
                <a:ea typeface="MS PGothic" panose="020B0600070205080204" pitchFamily="34" charset="-128"/>
                <a:cs typeface="Arial" panose="020B0604020202020204" pitchFamily="34" charset="0"/>
              </a:rPr>
              <a:t>Image for Topic 1</a:t>
            </a:r>
            <a:endParaRPr lang="en-US" sz="2800" b="0" i="0" kern="0">
              <a:solidFill>
                <a:srgbClr val="000000"/>
              </a:solidFill>
              <a:latin typeface="Arial" panose="020B0604020202020204" pitchFamily="34" charset="0"/>
              <a:ea typeface="MS PGothic" panose="020B0600070205080204" pitchFamily="34" charset="-128"/>
              <a:cs typeface="Arial" panose="020B0604020202020204" pitchFamily="34" charset="0"/>
            </a:endParaRPr>
          </a:p>
        </p:txBody>
      </p:sp>
      <p:sp>
        <p:nvSpPr>
          <p:cNvPr id="22" name="Text Placeholder 21">
            <a:extLst>
              <a:ext uri="{FF2B5EF4-FFF2-40B4-BE49-F238E27FC236}">
                <a16:creationId xmlns:a16="http://schemas.microsoft.com/office/drawing/2014/main" id="{9359A469-CE43-F144-8215-3FCBBF16DF2C}"/>
              </a:ext>
            </a:extLst>
          </p:cNvPr>
          <p:cNvSpPr>
            <a:spLocks noGrp="1"/>
          </p:cNvSpPr>
          <p:nvPr>
            <p:ph type="body" sz="quarter" idx="13" hasCustomPrompt="1"/>
          </p:nvPr>
        </p:nvSpPr>
        <p:spPr>
          <a:xfrm>
            <a:off x="984568" y="4415472"/>
            <a:ext cx="2590800" cy="533400"/>
          </a:xfrm>
        </p:spPr>
        <p:txBody>
          <a:bodyPr/>
          <a:lstStyle>
            <a:lvl1pPr marL="0" indent="0" algn="ctr">
              <a:buNone/>
              <a:defRPr b="1"/>
            </a:lvl1pPr>
          </a:lstStyle>
          <a:p>
            <a:pPr lvl="0"/>
            <a:r>
              <a:rPr lang="en-US"/>
              <a:t>Topic 1 label</a:t>
            </a:r>
          </a:p>
        </p:txBody>
      </p:sp>
      <p:sp>
        <p:nvSpPr>
          <p:cNvPr id="23" name="Text Placeholder 21">
            <a:extLst>
              <a:ext uri="{FF2B5EF4-FFF2-40B4-BE49-F238E27FC236}">
                <a16:creationId xmlns:a16="http://schemas.microsoft.com/office/drawing/2014/main" id="{F94CA51C-EBB3-0848-A72C-B440DD2FA9EB}"/>
              </a:ext>
            </a:extLst>
          </p:cNvPr>
          <p:cNvSpPr>
            <a:spLocks noGrp="1"/>
          </p:cNvSpPr>
          <p:nvPr>
            <p:ph type="body" sz="quarter" idx="14" hasCustomPrompt="1"/>
          </p:nvPr>
        </p:nvSpPr>
        <p:spPr>
          <a:xfrm>
            <a:off x="4800600" y="4413091"/>
            <a:ext cx="2590800" cy="533400"/>
          </a:xfrm>
        </p:spPr>
        <p:txBody>
          <a:bodyPr/>
          <a:lstStyle>
            <a:lvl1pPr marL="0" indent="0" algn="ctr">
              <a:buNone/>
              <a:defRPr b="1"/>
            </a:lvl1pPr>
          </a:lstStyle>
          <a:p>
            <a:pPr lvl="0"/>
            <a:r>
              <a:rPr lang="en-US"/>
              <a:t>Topic 2 label</a:t>
            </a:r>
          </a:p>
        </p:txBody>
      </p:sp>
      <p:sp>
        <p:nvSpPr>
          <p:cNvPr id="24" name="Text Placeholder 21">
            <a:extLst>
              <a:ext uri="{FF2B5EF4-FFF2-40B4-BE49-F238E27FC236}">
                <a16:creationId xmlns:a16="http://schemas.microsoft.com/office/drawing/2014/main" id="{C12F1624-BA60-B04A-9FA5-9D6A0A5810C4}"/>
              </a:ext>
            </a:extLst>
          </p:cNvPr>
          <p:cNvSpPr>
            <a:spLocks noGrp="1"/>
          </p:cNvSpPr>
          <p:nvPr>
            <p:ph type="body" sz="quarter" idx="15" hasCustomPrompt="1"/>
          </p:nvPr>
        </p:nvSpPr>
        <p:spPr>
          <a:xfrm>
            <a:off x="8609012" y="4415473"/>
            <a:ext cx="2590800" cy="533400"/>
          </a:xfrm>
        </p:spPr>
        <p:txBody>
          <a:bodyPr/>
          <a:lstStyle>
            <a:lvl1pPr marL="0" indent="0" algn="ctr">
              <a:buNone/>
              <a:defRPr b="1"/>
            </a:lvl1pPr>
          </a:lstStyle>
          <a:p>
            <a:pPr lvl="0"/>
            <a:r>
              <a:rPr lang="en-US"/>
              <a:t>Topic 3 label</a:t>
            </a:r>
          </a:p>
        </p:txBody>
      </p:sp>
      <p:sp>
        <p:nvSpPr>
          <p:cNvPr id="3" name="Title 2">
            <a:extLst>
              <a:ext uri="{FF2B5EF4-FFF2-40B4-BE49-F238E27FC236}">
                <a16:creationId xmlns:a16="http://schemas.microsoft.com/office/drawing/2014/main" id="{D5EA66AA-8CF7-430D-8EAD-E646970610DC}"/>
              </a:ext>
            </a:extLst>
          </p:cNvPr>
          <p:cNvSpPr>
            <a:spLocks noGrp="1"/>
          </p:cNvSpPr>
          <p:nvPr>
            <p:ph type="title" hasCustomPrompt="1"/>
          </p:nvPr>
        </p:nvSpPr>
        <p:spPr/>
        <p:txBody>
          <a:bodyPr/>
          <a:lstStyle>
            <a:lvl1pPr>
              <a:defRPr/>
            </a:lvl1pPr>
          </a:lstStyle>
          <a:p>
            <a:r>
              <a:rPr lang="en-US"/>
              <a:t>This presentation focuses on… (complete sentence, but go no more than two lines)</a:t>
            </a:r>
          </a:p>
        </p:txBody>
      </p:sp>
      <p:sp>
        <p:nvSpPr>
          <p:cNvPr id="10" name="Picture Placeholder 5">
            <a:extLst>
              <a:ext uri="{FF2B5EF4-FFF2-40B4-BE49-F238E27FC236}">
                <a16:creationId xmlns:a16="http://schemas.microsoft.com/office/drawing/2014/main" id="{94DFA2A5-145F-CC46-932C-68937D3F7C5C}"/>
              </a:ext>
            </a:extLst>
          </p:cNvPr>
          <p:cNvSpPr>
            <a:spLocks noGrp="1"/>
          </p:cNvSpPr>
          <p:nvPr>
            <p:ph type="pic" sz="quarter" idx="16" hasCustomPrompt="1"/>
          </p:nvPr>
        </p:nvSpPr>
        <p:spPr>
          <a:xfrm>
            <a:off x="10088563" y="0"/>
            <a:ext cx="2103437" cy="1936955"/>
          </a:xfrm>
        </p:spPr>
        <p:txBody>
          <a:bodyPr anchor="ctr"/>
          <a:lstStyle>
            <a:lvl1pPr marL="0" indent="0" algn="ctr">
              <a:buNone/>
              <a:defRPr sz="1800"/>
            </a:lvl1pPr>
          </a:lstStyle>
          <a:p>
            <a:r>
              <a:rPr lang="en-US" err="1"/>
              <a:t>PiP</a:t>
            </a:r>
            <a:r>
              <a:rPr lang="en-US"/>
              <a:t> is positioned here. Keep all text and images safely away from this non-visible area.</a:t>
            </a:r>
          </a:p>
        </p:txBody>
      </p:sp>
    </p:spTree>
    <p:custDataLst>
      <p:tags r:id="rId1"/>
    </p:custDataLst>
    <p:extLst>
      <p:ext uri="{BB962C8B-B14F-4D97-AF65-F5344CB8AC3E}">
        <p14:creationId xmlns:p14="http://schemas.microsoft.com/office/powerpoint/2010/main" val="2170521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Assertion Evidence">
    <p:spTree>
      <p:nvGrpSpPr>
        <p:cNvPr id="1" name="Shape 12"/>
        <p:cNvGrpSpPr/>
        <p:nvPr/>
      </p:nvGrpSpPr>
      <p:grpSpPr>
        <a:xfrm>
          <a:off x="0" y="0"/>
          <a:ext cx="0" cy="0"/>
          <a:chOff x="0" y="0"/>
          <a:chExt cx="0" cy="0"/>
        </a:xfrm>
      </p:grpSpPr>
      <p:sp>
        <p:nvSpPr>
          <p:cNvPr id="7" name="Text Placeholder 9">
            <a:extLst>
              <a:ext uri="{FF2B5EF4-FFF2-40B4-BE49-F238E27FC236}">
                <a16:creationId xmlns:a16="http://schemas.microsoft.com/office/drawing/2014/main" id="{DF18171C-4AC0-F04D-BB11-E8C583E043EF}"/>
              </a:ext>
            </a:extLst>
          </p:cNvPr>
          <p:cNvSpPr>
            <a:spLocks noGrp="1"/>
          </p:cNvSpPr>
          <p:nvPr>
            <p:ph type="body" sz="quarter" idx="10" hasCustomPrompt="1"/>
          </p:nvPr>
        </p:nvSpPr>
        <p:spPr>
          <a:xfrm>
            <a:off x="3731216" y="5705615"/>
            <a:ext cx="2542108" cy="486463"/>
          </a:xfrm>
        </p:spPr>
        <p:txBody>
          <a:bodyPr/>
          <a:lstStyle>
            <a:lvl1pPr marL="0" marR="0" indent="0" algn="ctr" rtl="0">
              <a:spcBef>
                <a:spcPts val="900"/>
              </a:spcBef>
              <a:buSzPct val="25000"/>
              <a:buNone/>
              <a:defRPr b="0"/>
            </a:lvl1pPr>
          </a:lstStyle>
          <a:p>
            <a:pPr marL="0" marR="0" lvl="0" indent="0" algn="l" rtl="0">
              <a:spcBef>
                <a:spcPts val="900"/>
              </a:spcBef>
              <a:buSzPct val="25000"/>
              <a:buNone/>
            </a:pPr>
            <a:r>
              <a:rPr lang="en-US" sz="2400" b="1" i="0" u="none" strike="noStrike" cap="none" baseline="0">
                <a:solidFill>
                  <a:srgbClr val="262626"/>
                </a:solidFill>
                <a:latin typeface="Arial" panose="020B0604020202020204" pitchFamily="34" charset="0"/>
                <a:ea typeface="Calibri"/>
                <a:cs typeface="Arial" panose="020B0604020202020204" pitchFamily="34" charset="0"/>
                <a:sym typeface="Calibri"/>
              </a:rPr>
              <a:t>Label for image</a:t>
            </a:r>
          </a:p>
        </p:txBody>
      </p:sp>
      <p:sp>
        <p:nvSpPr>
          <p:cNvPr id="11" name="Picture Placeholder 11">
            <a:extLst>
              <a:ext uri="{FF2B5EF4-FFF2-40B4-BE49-F238E27FC236}">
                <a16:creationId xmlns:a16="http://schemas.microsoft.com/office/drawing/2014/main" id="{4613CADB-EC38-5642-9742-A325778AD9AF}"/>
              </a:ext>
            </a:extLst>
          </p:cNvPr>
          <p:cNvSpPr>
            <a:spLocks noGrp="1"/>
          </p:cNvSpPr>
          <p:nvPr>
            <p:ph type="pic" sz="quarter" idx="11" hasCustomPrompt="1"/>
          </p:nvPr>
        </p:nvSpPr>
        <p:spPr>
          <a:xfrm>
            <a:off x="172286" y="1544776"/>
            <a:ext cx="9659969" cy="4050954"/>
          </a:xfrm>
        </p:spPr>
        <p:txBody>
          <a:bodyPr anchor="ctr" anchorCtr="0"/>
          <a:lstStyle>
            <a:lvl1pPr marL="0" marR="0" indent="0" algn="l" defTabSz="916686" rtl="0" eaLnBrk="1" fontAlgn="auto" latinLnBrk="0" hangingPunct="1">
              <a:lnSpc>
                <a:spcPct val="100000"/>
              </a:lnSpc>
              <a:spcBef>
                <a:spcPct val="20000"/>
              </a:spcBef>
              <a:spcAft>
                <a:spcPts val="0"/>
              </a:spcAft>
              <a:buClr>
                <a:schemeClr val="tx2"/>
              </a:buClr>
              <a:buSzPct val="75000"/>
              <a:buFont typeface="Wingdings" pitchFamily="2" charset="2"/>
              <a:buNone/>
              <a:tabLst/>
              <a:defRPr/>
            </a:lvl1pPr>
          </a:lstStyle>
          <a:p>
            <a:pPr lvl="0" algn="ctr" eaLnBrk="0" fontAlgn="base" hangingPunct="0">
              <a:spcBef>
                <a:spcPct val="0"/>
              </a:spcBef>
              <a:spcAft>
                <a:spcPct val="0"/>
              </a:spcAft>
              <a:defRPr/>
            </a:pPr>
            <a:r>
              <a:rPr lang="en-US" sz="2400" b="0" i="0" kern="0">
                <a:solidFill>
                  <a:srgbClr val="000000"/>
                </a:solidFill>
                <a:latin typeface="Arial" panose="020B0604020202020204" pitchFamily="34" charset="0"/>
                <a:ea typeface="MS PGothic" panose="020B0600070205080204" pitchFamily="34" charset="-128"/>
                <a:cs typeface="Arial" panose="020B0604020202020204" pitchFamily="34" charset="0"/>
              </a:rPr>
              <a:t>Image that supports conclusion</a:t>
            </a:r>
            <a:endParaRPr lang="en-US" sz="2800" b="0" i="0" kern="0">
              <a:solidFill>
                <a:srgbClr val="000000"/>
              </a:solidFill>
              <a:latin typeface="Arial" panose="020B0604020202020204" pitchFamily="34" charset="0"/>
              <a:ea typeface="MS PGothic" panose="020B0600070205080204" pitchFamily="34" charset="-128"/>
              <a:cs typeface="Arial" panose="020B0604020202020204" pitchFamily="34" charset="0"/>
            </a:endParaRPr>
          </a:p>
          <a:p>
            <a:pPr marL="343757" marR="0" lvl="0" indent="-343757" algn="l" defTabSz="916686" rtl="0" eaLnBrk="1" fontAlgn="auto" latinLnBrk="0" hangingPunct="1">
              <a:lnSpc>
                <a:spcPct val="100000"/>
              </a:lnSpc>
              <a:spcBef>
                <a:spcPct val="20000"/>
              </a:spcBef>
              <a:spcAft>
                <a:spcPts val="0"/>
              </a:spcAft>
              <a:buClr>
                <a:schemeClr val="tx2"/>
              </a:buClr>
              <a:buSzPct val="75000"/>
              <a:buFont typeface="Wingdings" pitchFamily="2" charset="2"/>
              <a:buChar char="§"/>
              <a:tabLst/>
              <a:defRPr/>
            </a:pPr>
            <a:endParaRPr lang="en-US" altLang="en-US" sz="2400" b="1" i="0">
              <a:solidFill>
                <a:schemeClr val="tx1"/>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84C9FEC4-FF56-4A97-8911-BF8C550FE09E}"/>
              </a:ext>
            </a:extLst>
          </p:cNvPr>
          <p:cNvSpPr>
            <a:spLocks noGrp="1"/>
          </p:cNvSpPr>
          <p:nvPr>
            <p:ph type="title" hasCustomPrompt="1"/>
          </p:nvPr>
        </p:nvSpPr>
        <p:spPr/>
        <p:txBody>
          <a:bodyPr/>
          <a:lstStyle>
            <a:lvl1pPr>
              <a:defRPr/>
            </a:lvl1pPr>
          </a:lstStyle>
          <a:p>
            <a:r>
              <a:rPr lang="en-US"/>
              <a:t>In summary, this sentence headline states the most important message of the presentation</a:t>
            </a:r>
          </a:p>
        </p:txBody>
      </p:sp>
      <p:sp>
        <p:nvSpPr>
          <p:cNvPr id="6" name="Picture Placeholder 5">
            <a:extLst>
              <a:ext uri="{FF2B5EF4-FFF2-40B4-BE49-F238E27FC236}">
                <a16:creationId xmlns:a16="http://schemas.microsoft.com/office/drawing/2014/main" id="{EE1808B4-E236-B44E-A642-0522A472A55C}"/>
              </a:ext>
            </a:extLst>
          </p:cNvPr>
          <p:cNvSpPr>
            <a:spLocks noGrp="1"/>
          </p:cNvSpPr>
          <p:nvPr>
            <p:ph type="pic" sz="quarter" idx="12" hasCustomPrompt="1"/>
          </p:nvPr>
        </p:nvSpPr>
        <p:spPr>
          <a:xfrm>
            <a:off x="10088563" y="0"/>
            <a:ext cx="2103437" cy="1936955"/>
          </a:xfrm>
        </p:spPr>
        <p:txBody>
          <a:bodyPr anchor="ctr"/>
          <a:lstStyle>
            <a:lvl1pPr marL="0" indent="0" algn="ctr">
              <a:buNone/>
              <a:defRPr sz="1800"/>
            </a:lvl1pPr>
          </a:lstStyle>
          <a:p>
            <a:r>
              <a:rPr lang="en-US" err="1"/>
              <a:t>PiP</a:t>
            </a:r>
            <a:r>
              <a:rPr lang="en-US"/>
              <a:t> is positioned here. Keep all text and images safely away from this non-visible area.</a:t>
            </a:r>
          </a:p>
        </p:txBody>
      </p:sp>
    </p:spTree>
    <p:custDataLst>
      <p:tags r:id="rId1"/>
    </p:custDataLst>
    <p:extLst>
      <p:ext uri="{BB962C8B-B14F-4D97-AF65-F5344CB8AC3E}">
        <p14:creationId xmlns:p14="http://schemas.microsoft.com/office/powerpoint/2010/main" val="19075013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8" name="Background" descr="bluemesh.jpg"/>
          <p:cNvPicPr>
            <a:picLocks noChangeAspect="1"/>
          </p:cNvPicPr>
          <p:nvPr userDrawn="1"/>
        </p:nvPicPr>
        <p:blipFill>
          <a:blip r:embed="rId2" cstate="print"/>
          <a:stretch>
            <a:fillRect/>
          </a:stretch>
        </p:blipFill>
        <p:spPr>
          <a:xfrm>
            <a:off x="-4067" y="1287"/>
            <a:ext cx="12209092" cy="6856713"/>
          </a:xfrm>
          <a:prstGeom prst="rect">
            <a:avLst/>
          </a:prstGeom>
        </p:spPr>
      </p:pic>
      <p:sp>
        <p:nvSpPr>
          <p:cNvPr id="21" name="Title"/>
          <p:cNvSpPr>
            <a:spLocks noGrp="1"/>
          </p:cNvSpPr>
          <p:nvPr>
            <p:ph type="ctrTitle"/>
          </p:nvPr>
        </p:nvSpPr>
        <p:spPr>
          <a:xfrm>
            <a:off x="914400" y="914400"/>
            <a:ext cx="10363200" cy="1828800"/>
          </a:xfrm>
        </p:spPr>
        <p:txBody>
          <a:bodyPr/>
          <a:lstStyle>
            <a:lvl1pPr algn="l">
              <a:defRPr sz="3200">
                <a:solidFill>
                  <a:schemeClr val="tx2"/>
                </a:solidFill>
              </a:defRPr>
            </a:lvl1pPr>
          </a:lstStyle>
          <a:p>
            <a:r>
              <a:rPr lang="en-US"/>
              <a:t>Click to edit Master title style</a:t>
            </a:r>
          </a:p>
        </p:txBody>
      </p:sp>
      <p:sp>
        <p:nvSpPr>
          <p:cNvPr id="22" name="Subtitle"/>
          <p:cNvSpPr>
            <a:spLocks noGrp="1"/>
          </p:cNvSpPr>
          <p:nvPr>
            <p:ph type="subTitle" idx="1"/>
          </p:nvPr>
        </p:nvSpPr>
        <p:spPr>
          <a:xfrm>
            <a:off x="914400" y="3203579"/>
            <a:ext cx="10363200" cy="987425"/>
          </a:xfrm>
        </p:spPr>
        <p:txBody>
          <a:bodyPr>
            <a:normAutofit/>
          </a:bodyPr>
          <a:lstStyle>
            <a:lvl1pPr marL="0" indent="0" algn="l">
              <a:buNone/>
              <a:defRPr sz="1604" b="0">
                <a:solidFill>
                  <a:schemeClr val="tx1"/>
                </a:solidFill>
              </a:defRPr>
            </a:lvl1pPr>
            <a:lvl2pPr marL="458340" indent="0" algn="ctr">
              <a:buNone/>
              <a:defRPr>
                <a:solidFill>
                  <a:schemeClr val="tx1">
                    <a:tint val="75000"/>
                  </a:schemeClr>
                </a:solidFill>
              </a:defRPr>
            </a:lvl2pPr>
            <a:lvl3pPr marL="916680" indent="0" algn="ctr">
              <a:buNone/>
              <a:defRPr>
                <a:solidFill>
                  <a:schemeClr val="tx1">
                    <a:tint val="75000"/>
                  </a:schemeClr>
                </a:solidFill>
              </a:defRPr>
            </a:lvl3pPr>
            <a:lvl4pPr marL="1375020" indent="0" algn="ctr">
              <a:buNone/>
              <a:defRPr>
                <a:solidFill>
                  <a:schemeClr val="tx1">
                    <a:tint val="75000"/>
                  </a:schemeClr>
                </a:solidFill>
              </a:defRPr>
            </a:lvl4pPr>
            <a:lvl5pPr marL="1833361" indent="0" algn="ctr">
              <a:buNone/>
              <a:defRPr>
                <a:solidFill>
                  <a:schemeClr val="tx1">
                    <a:tint val="75000"/>
                  </a:schemeClr>
                </a:solidFill>
              </a:defRPr>
            </a:lvl5pPr>
            <a:lvl6pPr marL="2291701" indent="0" algn="ctr">
              <a:buNone/>
              <a:defRPr>
                <a:solidFill>
                  <a:schemeClr val="tx1">
                    <a:tint val="75000"/>
                  </a:schemeClr>
                </a:solidFill>
              </a:defRPr>
            </a:lvl6pPr>
            <a:lvl7pPr marL="2750041" indent="0" algn="ctr">
              <a:buNone/>
              <a:defRPr>
                <a:solidFill>
                  <a:schemeClr val="tx1">
                    <a:tint val="75000"/>
                  </a:schemeClr>
                </a:solidFill>
              </a:defRPr>
            </a:lvl7pPr>
            <a:lvl8pPr marL="3208381" indent="0" algn="ctr">
              <a:buNone/>
              <a:defRPr>
                <a:solidFill>
                  <a:schemeClr val="tx1">
                    <a:tint val="75000"/>
                  </a:schemeClr>
                </a:solidFill>
              </a:defRPr>
            </a:lvl8pPr>
            <a:lvl9pPr marL="3666721" indent="0" algn="ctr">
              <a:buNone/>
              <a:defRPr>
                <a:solidFill>
                  <a:schemeClr val="tx1">
                    <a:tint val="75000"/>
                  </a:schemeClr>
                </a:solidFill>
              </a:defRPr>
            </a:lvl9pPr>
          </a:lstStyle>
          <a:p>
            <a:r>
              <a:rPr lang="en-US"/>
              <a:t>Click to edit Master subtitle style</a:t>
            </a:r>
          </a:p>
        </p:txBody>
      </p:sp>
      <p:sp>
        <p:nvSpPr>
          <p:cNvPr id="23" name="Copyright"/>
          <p:cNvSpPr txBox="1"/>
          <p:nvPr userDrawn="1"/>
        </p:nvSpPr>
        <p:spPr>
          <a:xfrm>
            <a:off x="10227052" y="6527632"/>
            <a:ext cx="2438400" cy="246221"/>
          </a:xfrm>
          <a:prstGeom prst="rect">
            <a:avLst/>
          </a:prstGeom>
          <a:noFill/>
        </p:spPr>
        <p:txBody>
          <a:bodyPr wrap="square" rtlCol="0">
            <a:spAutoFit/>
          </a:bodyPr>
          <a:lstStyle/>
          <a:p>
            <a:r>
              <a:rPr lang="en-US" sz="1003">
                <a:solidFill>
                  <a:schemeClr val="bg1"/>
                </a:solidFill>
                <a:latin typeface="Arial" pitchFamily="34" charset="0"/>
                <a:cs typeface="Arial" pitchFamily="34" charset="0"/>
              </a:rPr>
              <a:t>© 2022 The MathWorks, Inc.</a:t>
            </a:r>
          </a:p>
        </p:txBody>
      </p:sp>
      <p:cxnSp>
        <p:nvCxnSpPr>
          <p:cNvPr id="26" name="GrayLine"/>
          <p:cNvCxnSpPr/>
          <p:nvPr userDrawn="1"/>
        </p:nvCxnSpPr>
        <p:spPr>
          <a:xfrm>
            <a:off x="-4067" y="4376652"/>
            <a:ext cx="12209092" cy="0"/>
          </a:xfrm>
          <a:prstGeom prst="line">
            <a:avLst/>
          </a:prstGeom>
          <a:ln w="57150">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9" name="Logo" descr="09_MW_logo_CMYK_REV.png"/>
          <p:cNvPicPr>
            <a:picLocks noChangeAspect="1"/>
          </p:cNvPicPr>
          <p:nvPr userDrawn="1"/>
        </p:nvPicPr>
        <p:blipFill>
          <a:blip r:embed="rId3" cstate="print"/>
          <a:stretch>
            <a:fillRect/>
          </a:stretch>
        </p:blipFill>
        <p:spPr>
          <a:xfrm>
            <a:off x="10330730" y="141139"/>
            <a:ext cx="1620665" cy="320591"/>
          </a:xfrm>
          <a:prstGeom prst="rect">
            <a:avLst/>
          </a:prstGeom>
          <a:noFill/>
          <a:ln>
            <a:noFill/>
          </a:ln>
        </p:spPr>
      </p:pic>
    </p:spTree>
    <p:extLst>
      <p:ext uri="{BB962C8B-B14F-4D97-AF65-F5344CB8AC3E}">
        <p14:creationId xmlns:p14="http://schemas.microsoft.com/office/powerpoint/2010/main" val="2381839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theme" Target="../theme/theme2.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Content"/>
          <p:cNvSpPr>
            <a:spLocks noGrp="1"/>
          </p:cNvSpPr>
          <p:nvPr>
            <p:ph type="body" idx="1"/>
          </p:nvPr>
        </p:nvSpPr>
        <p:spPr>
          <a:xfrm>
            <a:off x="609602" y="1600200"/>
            <a:ext cx="10769600" cy="46482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SlideNumber"/>
          <p:cNvSpPr/>
          <p:nvPr/>
        </p:nvSpPr>
        <p:spPr>
          <a:xfrm>
            <a:off x="11582400" y="6484954"/>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a:solidFill>
                <a:schemeClr val="tx2"/>
              </a:solidFill>
            </a:endParaRPr>
          </a:p>
        </p:txBody>
      </p:sp>
      <p:pic>
        <p:nvPicPr>
          <p:cNvPr id="12" name="Logo" descr="logo647.png"/>
          <p:cNvPicPr>
            <a:picLocks noChangeAspect="1"/>
          </p:cNvPicPr>
          <p:nvPr/>
        </p:nvPicPr>
        <p:blipFill>
          <a:blip r:embed="rId10" cstate="print"/>
          <a:stretch>
            <a:fillRect/>
          </a:stretch>
        </p:blipFill>
        <p:spPr>
          <a:xfrm>
            <a:off x="10679339" y="23675"/>
            <a:ext cx="1327516" cy="360269"/>
          </a:xfrm>
          <a:prstGeom prst="rect">
            <a:avLst/>
          </a:prstGeom>
          <a:noFill/>
          <a:ln>
            <a:noFill/>
          </a:ln>
        </p:spPr>
      </p:pic>
      <p:cxnSp>
        <p:nvCxnSpPr>
          <p:cNvPr id="13" name="Line"/>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66" r:id="rId1"/>
    <p:sldLayoutId id="2147483650" r:id="rId2"/>
    <p:sldLayoutId id="2147483662" r:id="rId3"/>
    <p:sldLayoutId id="2147483659" r:id="rId4"/>
    <p:sldLayoutId id="2147483663" r:id="rId5"/>
    <p:sldLayoutId id="2147483651" r:id="rId6"/>
    <p:sldLayoutId id="2147483652" r:id="rId7"/>
    <p:sldLayoutId id="2147483664" r:id="rId8"/>
  </p:sldLayoutIdLst>
  <p:hf hdr="0" ftr="0" dt="0"/>
  <p:txStyles>
    <p:titleStyle>
      <a:lvl1pPr algn="l" defTabSz="916680" rtl="0" eaLnBrk="1" latinLnBrk="0" hangingPunct="1">
        <a:spcBef>
          <a:spcPct val="0"/>
        </a:spcBef>
        <a:buNone/>
        <a:defRPr sz="2800" b="0" kern="1200">
          <a:solidFill>
            <a:schemeClr val="tx2"/>
          </a:solidFill>
          <a:latin typeface="Arial" pitchFamily="34" charset="0"/>
          <a:ea typeface="+mj-ea"/>
          <a:cs typeface="Arial" pitchFamily="34" charset="0"/>
        </a:defRPr>
      </a:lvl1pPr>
    </p:titleStyle>
    <p:bodyStyle>
      <a:lvl1pPr marL="343755" indent="-343755" algn="l" defTabSz="916680"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2" indent="-286462" algn="l" defTabSz="916680" rtl="0" eaLnBrk="1" latinLnBrk="0" hangingPunct="1">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0" indent="-229170" algn="l" defTabSz="916680"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0" rtl="0" eaLnBrk="1" latinLnBrk="0" hangingPunct="1">
        <a:defRPr sz="1805" kern="1200">
          <a:solidFill>
            <a:schemeClr val="tx1"/>
          </a:solidFill>
          <a:latin typeface="+mn-lt"/>
          <a:ea typeface="+mn-ea"/>
          <a:cs typeface="+mn-cs"/>
        </a:defRPr>
      </a:lvl1pPr>
      <a:lvl2pPr marL="458340" algn="l" defTabSz="916680" rtl="0" eaLnBrk="1" latinLnBrk="0" hangingPunct="1">
        <a:defRPr sz="1805" kern="1200">
          <a:solidFill>
            <a:schemeClr val="tx1"/>
          </a:solidFill>
          <a:latin typeface="+mn-lt"/>
          <a:ea typeface="+mn-ea"/>
          <a:cs typeface="+mn-cs"/>
        </a:defRPr>
      </a:lvl2pPr>
      <a:lvl3pPr marL="916680" algn="l" defTabSz="916680" rtl="0" eaLnBrk="1" latinLnBrk="0" hangingPunct="1">
        <a:defRPr sz="1805" kern="1200">
          <a:solidFill>
            <a:schemeClr val="tx1"/>
          </a:solidFill>
          <a:latin typeface="+mn-lt"/>
          <a:ea typeface="+mn-ea"/>
          <a:cs typeface="+mn-cs"/>
        </a:defRPr>
      </a:lvl3pPr>
      <a:lvl4pPr marL="1375020" algn="l" defTabSz="916680" rtl="0" eaLnBrk="1" latinLnBrk="0" hangingPunct="1">
        <a:defRPr sz="1805" kern="1200">
          <a:solidFill>
            <a:schemeClr val="tx1"/>
          </a:solidFill>
          <a:latin typeface="+mn-lt"/>
          <a:ea typeface="+mn-ea"/>
          <a:cs typeface="+mn-cs"/>
        </a:defRPr>
      </a:lvl4pPr>
      <a:lvl5pPr marL="1833361" algn="l" defTabSz="916680" rtl="0" eaLnBrk="1" latinLnBrk="0" hangingPunct="1">
        <a:defRPr sz="1805" kern="1200">
          <a:solidFill>
            <a:schemeClr val="tx1"/>
          </a:solidFill>
          <a:latin typeface="+mn-lt"/>
          <a:ea typeface="+mn-ea"/>
          <a:cs typeface="+mn-cs"/>
        </a:defRPr>
      </a:lvl5pPr>
      <a:lvl6pPr marL="2291701" algn="l" defTabSz="916680" rtl="0" eaLnBrk="1" latinLnBrk="0" hangingPunct="1">
        <a:defRPr sz="1805" kern="1200">
          <a:solidFill>
            <a:schemeClr val="tx1"/>
          </a:solidFill>
          <a:latin typeface="+mn-lt"/>
          <a:ea typeface="+mn-ea"/>
          <a:cs typeface="+mn-cs"/>
        </a:defRPr>
      </a:lvl6pPr>
      <a:lvl7pPr marL="2750041" algn="l" defTabSz="916680" rtl="0" eaLnBrk="1" latinLnBrk="0" hangingPunct="1">
        <a:defRPr sz="1805" kern="1200">
          <a:solidFill>
            <a:schemeClr val="tx1"/>
          </a:solidFill>
          <a:latin typeface="+mn-lt"/>
          <a:ea typeface="+mn-ea"/>
          <a:cs typeface="+mn-cs"/>
        </a:defRPr>
      </a:lvl7pPr>
      <a:lvl8pPr marL="3208381" algn="l" defTabSz="916680" rtl="0" eaLnBrk="1" latinLnBrk="0" hangingPunct="1">
        <a:defRPr sz="1805" kern="1200">
          <a:solidFill>
            <a:schemeClr val="tx1"/>
          </a:solidFill>
          <a:latin typeface="+mn-lt"/>
          <a:ea typeface="+mn-ea"/>
          <a:cs typeface="+mn-cs"/>
        </a:defRPr>
      </a:lvl8pPr>
      <a:lvl9pPr marL="3666721" algn="l" defTabSz="916680" rtl="0" eaLnBrk="1" latinLnBrk="0" hangingPunct="1">
        <a:defRPr sz="180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172287" y="170964"/>
            <a:ext cx="965997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Content"/>
          <p:cNvSpPr>
            <a:spLocks noGrp="1"/>
          </p:cNvSpPr>
          <p:nvPr>
            <p:ph type="body" idx="1"/>
          </p:nvPr>
        </p:nvSpPr>
        <p:spPr>
          <a:xfrm>
            <a:off x="172286" y="1320558"/>
            <a:ext cx="9659971" cy="484632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SlideNumber"/>
          <p:cNvSpPr/>
          <p:nvPr/>
        </p:nvSpPr>
        <p:spPr>
          <a:xfrm>
            <a:off x="11582400" y="6484952"/>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a:solidFill>
                <a:schemeClr val="tx2"/>
              </a:solidFill>
            </a:endParaRPr>
          </a:p>
        </p:txBody>
      </p:sp>
    </p:spTree>
    <p:custDataLst>
      <p:tags r:id="rId14"/>
    </p:custDataLst>
    <p:extLst>
      <p:ext uri="{BB962C8B-B14F-4D97-AF65-F5344CB8AC3E}">
        <p14:creationId xmlns:p14="http://schemas.microsoft.com/office/powerpoint/2010/main" val="4213293587"/>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1" r:id="rId12"/>
  </p:sldLayoutIdLst>
  <p:hf hdr="0" ftr="0" dt="0"/>
  <p:txStyles>
    <p:titleStyle>
      <a:lvl1pPr algn="l" defTabSz="916686" rtl="0" eaLnBrk="1" latinLnBrk="0" hangingPunct="1">
        <a:spcBef>
          <a:spcPct val="0"/>
        </a:spcBef>
        <a:buNone/>
        <a:defRPr sz="2800" b="0" kern="1200">
          <a:solidFill>
            <a:schemeClr val="tx2"/>
          </a:solidFill>
          <a:latin typeface="Arial" pitchFamily="34" charset="0"/>
          <a:ea typeface="+mj-ea"/>
          <a:cs typeface="Arial" pitchFamily="34" charset="0"/>
        </a:defRPr>
      </a:lvl1pPr>
    </p:titleStyle>
    <p:bodyStyle>
      <a:lvl1pPr marL="343757" indent="-343757" algn="l" defTabSz="916686"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7" indent="-286464" algn="l" defTabSz="916686" rtl="0" eaLnBrk="1" latinLnBrk="0" hangingPunct="1">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8" indent="-229172" algn="l" defTabSz="916686"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201" indent="-229172" algn="l" defTabSz="916686"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44" indent="-229172" algn="l" defTabSz="916686"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87" indent="-229172" algn="l" defTabSz="916686"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30" indent="-229172" algn="l" defTabSz="916686"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73" indent="-229172" algn="l" defTabSz="916686"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916" indent="-229172" algn="l" defTabSz="916686"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6" rtl="0" eaLnBrk="1" latinLnBrk="0" hangingPunct="1">
        <a:defRPr sz="1805" kern="1200">
          <a:solidFill>
            <a:schemeClr val="tx1"/>
          </a:solidFill>
          <a:latin typeface="+mn-lt"/>
          <a:ea typeface="+mn-ea"/>
          <a:cs typeface="+mn-cs"/>
        </a:defRPr>
      </a:lvl1pPr>
      <a:lvl2pPr marL="458343" algn="l" defTabSz="916686" rtl="0" eaLnBrk="1" latinLnBrk="0" hangingPunct="1">
        <a:defRPr sz="1805" kern="1200">
          <a:solidFill>
            <a:schemeClr val="tx1"/>
          </a:solidFill>
          <a:latin typeface="+mn-lt"/>
          <a:ea typeface="+mn-ea"/>
          <a:cs typeface="+mn-cs"/>
        </a:defRPr>
      </a:lvl2pPr>
      <a:lvl3pPr marL="916686" algn="l" defTabSz="916686" rtl="0" eaLnBrk="1" latinLnBrk="0" hangingPunct="1">
        <a:defRPr sz="1805" kern="1200">
          <a:solidFill>
            <a:schemeClr val="tx1"/>
          </a:solidFill>
          <a:latin typeface="+mn-lt"/>
          <a:ea typeface="+mn-ea"/>
          <a:cs typeface="+mn-cs"/>
        </a:defRPr>
      </a:lvl3pPr>
      <a:lvl4pPr marL="1375029" algn="l" defTabSz="916686" rtl="0" eaLnBrk="1" latinLnBrk="0" hangingPunct="1">
        <a:defRPr sz="1805" kern="1200">
          <a:solidFill>
            <a:schemeClr val="tx1"/>
          </a:solidFill>
          <a:latin typeface="+mn-lt"/>
          <a:ea typeface="+mn-ea"/>
          <a:cs typeface="+mn-cs"/>
        </a:defRPr>
      </a:lvl4pPr>
      <a:lvl5pPr marL="1833372" algn="l" defTabSz="916686" rtl="0" eaLnBrk="1" latinLnBrk="0" hangingPunct="1">
        <a:defRPr sz="1805" kern="1200">
          <a:solidFill>
            <a:schemeClr val="tx1"/>
          </a:solidFill>
          <a:latin typeface="+mn-lt"/>
          <a:ea typeface="+mn-ea"/>
          <a:cs typeface="+mn-cs"/>
        </a:defRPr>
      </a:lvl5pPr>
      <a:lvl6pPr marL="2291715" algn="l" defTabSz="916686" rtl="0" eaLnBrk="1" latinLnBrk="0" hangingPunct="1">
        <a:defRPr sz="1805" kern="1200">
          <a:solidFill>
            <a:schemeClr val="tx1"/>
          </a:solidFill>
          <a:latin typeface="+mn-lt"/>
          <a:ea typeface="+mn-ea"/>
          <a:cs typeface="+mn-cs"/>
        </a:defRPr>
      </a:lvl6pPr>
      <a:lvl7pPr marL="2750058" algn="l" defTabSz="916686" rtl="0" eaLnBrk="1" latinLnBrk="0" hangingPunct="1">
        <a:defRPr sz="1805" kern="1200">
          <a:solidFill>
            <a:schemeClr val="tx1"/>
          </a:solidFill>
          <a:latin typeface="+mn-lt"/>
          <a:ea typeface="+mn-ea"/>
          <a:cs typeface="+mn-cs"/>
        </a:defRPr>
      </a:lvl7pPr>
      <a:lvl8pPr marL="3208401" algn="l" defTabSz="916686" rtl="0" eaLnBrk="1" latinLnBrk="0" hangingPunct="1">
        <a:defRPr sz="1805" kern="1200">
          <a:solidFill>
            <a:schemeClr val="tx1"/>
          </a:solidFill>
          <a:latin typeface="+mn-lt"/>
          <a:ea typeface="+mn-ea"/>
          <a:cs typeface="+mn-cs"/>
        </a:defRPr>
      </a:lvl8pPr>
      <a:lvl9pPr marL="3666744" algn="l" defTabSz="916686" rtl="0" eaLnBrk="1" latinLnBrk="0" hangingPunct="1">
        <a:defRPr sz="18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mailto:galberti@mathworks.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hyperlink" Target="https://mathworks.com/videos/early-verification-of-radar-front-ends-with-model-based-design-1720607662320.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png"/><Relationship Id="rId7" Type="http://schemas.openxmlformats.org/officeDocument/2006/relationships/image" Target="../media/image18.png"/><Relationship Id="rId12"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21.svg"/><Relationship Id="rId5" Type="http://schemas.openxmlformats.org/officeDocument/2006/relationships/image" Target="../media/image17.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28.gif"/><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35.png"/><Relationship Id="rId4" Type="http://schemas.openxmlformats.org/officeDocument/2006/relationships/image" Target="../media/image59.png"/></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35.png"/><Relationship Id="rId4" Type="http://schemas.openxmlformats.org/officeDocument/2006/relationships/image" Target="../media/image63.png"/></Relationships>
</file>

<file path=ppt/slides/_rels/slide35.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69.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68.png"/><Relationship Id="rId4" Type="http://schemas.openxmlformats.org/officeDocument/2006/relationships/image" Target="../media/image67.png"/></Relationships>
</file>

<file path=ppt/slides/_rels/slide36.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2.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67.png"/></Relationships>
</file>

<file path=ppt/slides/_rels/slide37.xml.rels><?xml version="1.0" encoding="UTF-8" standalone="yes"?>
<Relationships xmlns="http://schemas.openxmlformats.org/package/2006/relationships"><Relationship Id="rId3" Type="http://schemas.openxmlformats.org/officeDocument/2006/relationships/image" Target="../media/image74.png"/><Relationship Id="rId7" Type="http://schemas.openxmlformats.org/officeDocument/2006/relationships/image" Target="../media/image76.png"/><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35.png"/><Relationship Id="rId4" Type="http://schemas.openxmlformats.org/officeDocument/2006/relationships/image" Target="../media/image67.png"/></Relationships>
</file>

<file path=ppt/slides/_rels/slide38.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0.png"/><Relationship Id="rId2"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5.png"/><Relationship Id="rId4" Type="http://schemas.openxmlformats.org/officeDocument/2006/relationships/image" Target="../media/image67.png"/></Relationships>
</file>

<file path=ppt/slides/_rels/slide3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www.mathworks.com/learn/training/modeling-radar-systems-with-matlab.html" TargetMode="External"/><Relationship Id="rId2" Type="http://schemas.openxmlformats.org/officeDocument/2006/relationships/image" Target="../media/image9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2339" y="726830"/>
            <a:ext cx="7924800" cy="1339362"/>
          </a:xfrm>
        </p:spPr>
        <p:txBody>
          <a:bodyPr/>
          <a:lstStyle/>
          <a:p>
            <a:r>
              <a:rPr lang="en-US" sz="4000" dirty="0">
                <a:latin typeface="Arial"/>
                <a:cs typeface="Arial"/>
              </a:rPr>
              <a:t>RF for Radar Workshop</a:t>
            </a:r>
            <a:br>
              <a:rPr lang="en-US" sz="4000" dirty="0">
                <a:latin typeface="Arial"/>
                <a:cs typeface="Arial"/>
              </a:rPr>
            </a:br>
            <a:endParaRPr lang="en-US" dirty="0">
              <a:solidFill>
                <a:schemeClr val="tx1"/>
              </a:solidFill>
              <a:latin typeface="Arial"/>
              <a:cs typeface="Arial"/>
            </a:endParaRPr>
          </a:p>
        </p:txBody>
      </p:sp>
      <p:sp>
        <p:nvSpPr>
          <p:cNvPr id="3" name="TextBox 2">
            <a:extLst>
              <a:ext uri="{FF2B5EF4-FFF2-40B4-BE49-F238E27FC236}">
                <a16:creationId xmlns:a16="http://schemas.microsoft.com/office/drawing/2014/main" id="{8B604CCE-ABA3-3717-4036-135F3BE1A72B}"/>
              </a:ext>
            </a:extLst>
          </p:cNvPr>
          <p:cNvSpPr txBox="1"/>
          <p:nvPr/>
        </p:nvSpPr>
        <p:spPr>
          <a:xfrm>
            <a:off x="832339" y="3610332"/>
            <a:ext cx="3840480" cy="707886"/>
          </a:xfrm>
          <a:prstGeom prst="rect">
            <a:avLst/>
          </a:prstGeom>
          <a:noFill/>
        </p:spPr>
        <p:txBody>
          <a:bodyPr wrap="square" rtlCol="0">
            <a:spAutoFit/>
          </a:bodyPr>
          <a:lstStyle/>
          <a:p>
            <a:r>
              <a:rPr lang="fr-FR" sz="2000" dirty="0">
                <a:latin typeface="Arial" pitchFamily="34" charset="0"/>
                <a:cs typeface="Arial" pitchFamily="34" charset="0"/>
              </a:rPr>
              <a:t>Gerald Albertini</a:t>
            </a:r>
          </a:p>
          <a:p>
            <a:r>
              <a:rPr lang="fr-FR" sz="2000" dirty="0">
                <a:latin typeface="Arial" pitchFamily="34" charset="0"/>
                <a:cs typeface="Arial" pitchFamily="34" charset="0"/>
                <a:hlinkClick r:id="rId2"/>
              </a:rPr>
              <a:t>galberti@mathworks.com</a:t>
            </a:r>
            <a:endParaRPr lang="fr-FR" sz="2000" dirty="0">
              <a:latin typeface="Arial" pitchFamily="34" charset="0"/>
              <a:cs typeface="Arial" pitchFamily="34" charset="0"/>
            </a:endParaRPr>
          </a:p>
        </p:txBody>
      </p:sp>
      <p:pic>
        <p:nvPicPr>
          <p:cNvPr id="1026" name="Picture 2">
            <a:extLst>
              <a:ext uri="{FF2B5EF4-FFF2-40B4-BE49-F238E27FC236}">
                <a16:creationId xmlns:a16="http://schemas.microsoft.com/office/drawing/2014/main" id="{8ED167CE-CCDF-782C-4799-A7F235FA45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9542" y="2415032"/>
            <a:ext cx="5115098" cy="9377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B803E-2716-0842-BE9E-42FFB555C4CD}"/>
              </a:ext>
            </a:extLst>
          </p:cNvPr>
          <p:cNvSpPr>
            <a:spLocks noGrp="1"/>
          </p:cNvSpPr>
          <p:nvPr>
            <p:ph type="title"/>
          </p:nvPr>
        </p:nvSpPr>
        <p:spPr>
          <a:xfrm>
            <a:off x="409577" y="228600"/>
            <a:ext cx="10769600" cy="550889"/>
          </a:xfrm>
        </p:spPr>
        <p:txBody>
          <a:bodyPr/>
          <a:lstStyle/>
          <a:p>
            <a:r>
              <a:rPr lang="en-US"/>
              <a:t>Download Workshop Files</a:t>
            </a:r>
          </a:p>
        </p:txBody>
      </p:sp>
      <p:sp>
        <p:nvSpPr>
          <p:cNvPr id="3" name="Content Placeholder 2">
            <a:extLst>
              <a:ext uri="{FF2B5EF4-FFF2-40B4-BE49-F238E27FC236}">
                <a16:creationId xmlns:a16="http://schemas.microsoft.com/office/drawing/2014/main" id="{50D9DFD6-0485-6DE0-F371-7552F9637057}"/>
              </a:ext>
            </a:extLst>
          </p:cNvPr>
          <p:cNvSpPr>
            <a:spLocks noGrp="1"/>
          </p:cNvSpPr>
          <p:nvPr>
            <p:ph idx="1"/>
          </p:nvPr>
        </p:nvSpPr>
        <p:spPr>
          <a:xfrm>
            <a:off x="293671" y="1048335"/>
            <a:ext cx="4177413" cy="5629431"/>
          </a:xfrm>
        </p:spPr>
        <p:txBody>
          <a:bodyPr/>
          <a:lstStyle/>
          <a:p>
            <a:r>
              <a:rPr lang="en-US"/>
              <a:t>Click the link provided to you before the workshop</a:t>
            </a:r>
          </a:p>
          <a:p>
            <a:r>
              <a:rPr lang="en-US"/>
              <a:t>If you’re not logged in with your MathWorks account, you’ll see this page</a:t>
            </a:r>
          </a:p>
          <a:p>
            <a:r>
              <a:rPr lang="en-US"/>
              <a:t>If you don’t have a MathWorks account, create one</a:t>
            </a:r>
          </a:p>
          <a:p>
            <a:endParaRPr lang="en-US"/>
          </a:p>
        </p:txBody>
      </p:sp>
      <p:pic>
        <p:nvPicPr>
          <p:cNvPr id="5" name="Picture 4">
            <a:extLst>
              <a:ext uri="{FF2B5EF4-FFF2-40B4-BE49-F238E27FC236}">
                <a16:creationId xmlns:a16="http://schemas.microsoft.com/office/drawing/2014/main" id="{5890A491-4762-F674-DC36-108826259C58}"/>
              </a:ext>
            </a:extLst>
          </p:cNvPr>
          <p:cNvPicPr>
            <a:picLocks noChangeAspect="1"/>
          </p:cNvPicPr>
          <p:nvPr/>
        </p:nvPicPr>
        <p:blipFill rotWithShape="1">
          <a:blip r:embed="rId3"/>
          <a:srcRect l="32844" t="29269" r="36673" b="28038"/>
          <a:stretch/>
        </p:blipFill>
        <p:spPr>
          <a:xfrm>
            <a:off x="5794377" y="1474074"/>
            <a:ext cx="4027376" cy="2961291"/>
          </a:xfrm>
          <a:prstGeom prst="rect">
            <a:avLst/>
          </a:prstGeom>
        </p:spPr>
      </p:pic>
    </p:spTree>
    <p:extLst>
      <p:ext uri="{BB962C8B-B14F-4D97-AF65-F5344CB8AC3E}">
        <p14:creationId xmlns:p14="http://schemas.microsoft.com/office/powerpoint/2010/main" val="10733752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B803E-2716-0842-BE9E-42FFB555C4CD}"/>
              </a:ext>
            </a:extLst>
          </p:cNvPr>
          <p:cNvSpPr>
            <a:spLocks noGrp="1"/>
          </p:cNvSpPr>
          <p:nvPr>
            <p:ph type="title"/>
          </p:nvPr>
        </p:nvSpPr>
        <p:spPr>
          <a:xfrm>
            <a:off x="409577" y="228600"/>
            <a:ext cx="10769600" cy="550889"/>
          </a:xfrm>
        </p:spPr>
        <p:txBody>
          <a:bodyPr/>
          <a:lstStyle/>
          <a:p>
            <a:r>
              <a:rPr lang="en-US"/>
              <a:t>Download Workshop Files</a:t>
            </a:r>
          </a:p>
        </p:txBody>
      </p:sp>
      <p:sp>
        <p:nvSpPr>
          <p:cNvPr id="3" name="Content Placeholder 2">
            <a:extLst>
              <a:ext uri="{FF2B5EF4-FFF2-40B4-BE49-F238E27FC236}">
                <a16:creationId xmlns:a16="http://schemas.microsoft.com/office/drawing/2014/main" id="{50D9DFD6-0485-6DE0-F371-7552F9637057}"/>
              </a:ext>
            </a:extLst>
          </p:cNvPr>
          <p:cNvSpPr>
            <a:spLocks noGrp="1"/>
          </p:cNvSpPr>
          <p:nvPr>
            <p:ph idx="1"/>
          </p:nvPr>
        </p:nvSpPr>
        <p:spPr>
          <a:xfrm>
            <a:off x="293671" y="1048335"/>
            <a:ext cx="4499046" cy="5629431"/>
          </a:xfrm>
        </p:spPr>
        <p:txBody>
          <a:bodyPr/>
          <a:lstStyle/>
          <a:p>
            <a:r>
              <a:rPr lang="en-US"/>
              <a:t>If you click the link while logged in to your MathWorks account, you’ll see this dialog</a:t>
            </a:r>
          </a:p>
          <a:p>
            <a:r>
              <a:rPr lang="en-US"/>
              <a:t>Click the checkbox, and the “Save and Open” button</a:t>
            </a:r>
          </a:p>
          <a:p>
            <a:r>
              <a:rPr lang="en-US"/>
              <a:t>You’ll then get routed to MATLAB Online, and you should see these files</a:t>
            </a:r>
          </a:p>
          <a:p>
            <a:r>
              <a:rPr lang="en-US"/>
              <a:t>If so, you’re good to go!</a:t>
            </a:r>
          </a:p>
        </p:txBody>
      </p:sp>
      <p:pic>
        <p:nvPicPr>
          <p:cNvPr id="6" name="Picture 5">
            <a:extLst>
              <a:ext uri="{FF2B5EF4-FFF2-40B4-BE49-F238E27FC236}">
                <a16:creationId xmlns:a16="http://schemas.microsoft.com/office/drawing/2014/main" id="{46A55728-6A9E-28D3-2CB1-A8F7256100F8}"/>
              </a:ext>
            </a:extLst>
          </p:cNvPr>
          <p:cNvPicPr>
            <a:picLocks noChangeAspect="1"/>
          </p:cNvPicPr>
          <p:nvPr/>
        </p:nvPicPr>
        <p:blipFill rotWithShape="1">
          <a:blip r:embed="rId3"/>
          <a:srcRect l="21207" t="41420" r="25863" b="16544"/>
          <a:stretch/>
        </p:blipFill>
        <p:spPr>
          <a:xfrm>
            <a:off x="5223640" y="336331"/>
            <a:ext cx="6453353" cy="2690649"/>
          </a:xfrm>
          <a:prstGeom prst="rect">
            <a:avLst/>
          </a:prstGeom>
        </p:spPr>
      </p:pic>
      <p:sp>
        <p:nvSpPr>
          <p:cNvPr id="7" name="Rectangle: Rounded Corners 6">
            <a:extLst>
              <a:ext uri="{FF2B5EF4-FFF2-40B4-BE49-F238E27FC236}">
                <a16:creationId xmlns:a16="http://schemas.microsoft.com/office/drawing/2014/main" id="{5B18C650-B43F-9BA0-0535-86F9110B437E}"/>
              </a:ext>
            </a:extLst>
          </p:cNvPr>
          <p:cNvSpPr/>
          <p:nvPr/>
        </p:nvSpPr>
        <p:spPr>
          <a:xfrm>
            <a:off x="5339255" y="2102069"/>
            <a:ext cx="336331" cy="32582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8" name="Rectangle: Rounded Corners 7">
            <a:extLst>
              <a:ext uri="{FF2B5EF4-FFF2-40B4-BE49-F238E27FC236}">
                <a16:creationId xmlns:a16="http://schemas.microsoft.com/office/drawing/2014/main" id="{6288EDD3-CFDD-7A4B-5640-22FD9F8E7DD5}"/>
              </a:ext>
            </a:extLst>
          </p:cNvPr>
          <p:cNvSpPr/>
          <p:nvPr/>
        </p:nvSpPr>
        <p:spPr>
          <a:xfrm>
            <a:off x="9606780" y="2726091"/>
            <a:ext cx="1121471" cy="300889"/>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pic>
        <p:nvPicPr>
          <p:cNvPr id="10" name="Picture 9">
            <a:extLst>
              <a:ext uri="{FF2B5EF4-FFF2-40B4-BE49-F238E27FC236}">
                <a16:creationId xmlns:a16="http://schemas.microsoft.com/office/drawing/2014/main" id="{54940163-E8C9-9642-A41A-868F3847875D}"/>
              </a:ext>
            </a:extLst>
          </p:cNvPr>
          <p:cNvPicPr>
            <a:picLocks noChangeAspect="1"/>
          </p:cNvPicPr>
          <p:nvPr/>
        </p:nvPicPr>
        <p:blipFill rotWithShape="1">
          <a:blip r:embed="rId4"/>
          <a:srcRect l="3359" t="37359" r="63535" b="12805"/>
          <a:stretch/>
        </p:blipFill>
        <p:spPr>
          <a:xfrm>
            <a:off x="6096000" y="3331779"/>
            <a:ext cx="4036300" cy="3189890"/>
          </a:xfrm>
          <a:prstGeom prst="rect">
            <a:avLst/>
          </a:prstGeom>
        </p:spPr>
      </p:pic>
    </p:spTree>
    <p:extLst>
      <p:ext uri="{BB962C8B-B14F-4D97-AF65-F5344CB8AC3E}">
        <p14:creationId xmlns:p14="http://schemas.microsoft.com/office/powerpoint/2010/main" val="150070191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FAA8B-89C2-0632-596F-C4EC235EB0DB}"/>
              </a:ext>
            </a:extLst>
          </p:cNvPr>
          <p:cNvSpPr>
            <a:spLocks noGrp="1"/>
          </p:cNvSpPr>
          <p:nvPr>
            <p:ph type="title"/>
          </p:nvPr>
        </p:nvSpPr>
        <p:spPr/>
        <p:txBody>
          <a:bodyPr/>
          <a:lstStyle/>
          <a:p>
            <a:r>
              <a:rPr lang="fr-FR" dirty="0" err="1"/>
              <a:t>Companion</a:t>
            </a:r>
            <a:r>
              <a:rPr lang="fr-FR" dirty="0"/>
              <a:t> Webinar</a:t>
            </a:r>
          </a:p>
        </p:txBody>
      </p:sp>
      <p:sp>
        <p:nvSpPr>
          <p:cNvPr id="3" name="Content Placeholder 2">
            <a:extLst>
              <a:ext uri="{FF2B5EF4-FFF2-40B4-BE49-F238E27FC236}">
                <a16:creationId xmlns:a16="http://schemas.microsoft.com/office/drawing/2014/main" id="{3E399A4B-9B46-4D36-1A1D-A7DA3C8C868E}"/>
              </a:ext>
            </a:extLst>
          </p:cNvPr>
          <p:cNvSpPr>
            <a:spLocks noGrp="1"/>
          </p:cNvSpPr>
          <p:nvPr>
            <p:ph idx="1"/>
          </p:nvPr>
        </p:nvSpPr>
        <p:spPr/>
        <p:txBody>
          <a:bodyPr/>
          <a:lstStyle/>
          <a:p>
            <a:r>
              <a:rPr lang="fr-FR">
                <a:hlinkClick r:id="rId2"/>
              </a:rPr>
              <a:t>https://mathworks</a:t>
            </a:r>
            <a:r>
              <a:rPr lang="fr-FR" dirty="0">
                <a:hlinkClick r:id="rId2"/>
              </a:rPr>
              <a:t>.com/videos/early-verification-of-radar-front-ends-with-model-based-design-1720607662320</a:t>
            </a:r>
            <a:r>
              <a:rPr lang="fr-FR">
                <a:hlinkClick r:id="rId2"/>
              </a:rPr>
              <a:t>.html</a:t>
            </a:r>
            <a:endParaRPr lang="fr-FR"/>
          </a:p>
          <a:p>
            <a:endParaRPr lang="fr-FR" dirty="0"/>
          </a:p>
        </p:txBody>
      </p:sp>
    </p:spTree>
    <p:extLst>
      <p:ext uri="{BB962C8B-B14F-4D97-AF65-F5344CB8AC3E}">
        <p14:creationId xmlns:p14="http://schemas.microsoft.com/office/powerpoint/2010/main" val="3012571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F2AAFD9-818A-4864-9C03-4DEA89C3560D}"/>
              </a:ext>
            </a:extLst>
          </p:cNvPr>
          <p:cNvSpPr txBox="1">
            <a:spLocks/>
          </p:cNvSpPr>
          <p:nvPr/>
        </p:nvSpPr>
        <p:spPr>
          <a:xfrm>
            <a:off x="368283" y="151419"/>
            <a:ext cx="3930333" cy="462163"/>
          </a:xfrm>
          <a:prstGeom prst="rect">
            <a:avLst/>
          </a:prstGeom>
        </p:spPr>
        <p:txBody>
          <a:bodyPr vert="horz" lIns="91440" tIns="45720" rIns="91440" bIns="45720" rtlCol="0" anchor="t" anchorCtr="0">
            <a:noAutofit/>
          </a:bodyPr>
          <a:lstStyle>
            <a:lvl1pPr algn="l" defTabSz="916686" rtl="0" eaLnBrk="1" latinLnBrk="0" hangingPunct="1">
              <a:spcBef>
                <a:spcPct val="0"/>
              </a:spcBef>
              <a:buNone/>
              <a:defRPr sz="2800" b="0" kern="1200" baseline="0">
                <a:solidFill>
                  <a:schemeClr val="tx2"/>
                </a:solidFill>
                <a:latin typeface="Arial" pitchFamily="34" charset="0"/>
                <a:ea typeface="+mj-ea"/>
                <a:cs typeface="Arial" pitchFamily="34" charset="0"/>
              </a:defRPr>
            </a:lvl1pPr>
          </a:lstStyle>
          <a:p>
            <a:r>
              <a:rPr lang="en-US"/>
              <a:t>Workshop Agenda</a:t>
            </a:r>
          </a:p>
        </p:txBody>
      </p:sp>
      <p:sp>
        <p:nvSpPr>
          <p:cNvPr id="7" name="Content Placeholder 2">
            <a:extLst>
              <a:ext uri="{FF2B5EF4-FFF2-40B4-BE49-F238E27FC236}">
                <a16:creationId xmlns:a16="http://schemas.microsoft.com/office/drawing/2014/main" id="{F9846D45-5A45-5400-11E1-AA735A7315C1}"/>
              </a:ext>
            </a:extLst>
          </p:cNvPr>
          <p:cNvSpPr>
            <a:spLocks noGrp="1"/>
          </p:cNvSpPr>
          <p:nvPr>
            <p:ph idx="1"/>
          </p:nvPr>
        </p:nvSpPr>
        <p:spPr>
          <a:xfrm>
            <a:off x="609602" y="1600200"/>
            <a:ext cx="6622471" cy="4648200"/>
          </a:xfrm>
        </p:spPr>
        <p:txBody>
          <a:bodyPr/>
          <a:lstStyle/>
          <a:p>
            <a:r>
              <a:rPr lang="en-US" dirty="0"/>
              <a:t>Radar Systems and the role of Simulation</a:t>
            </a:r>
          </a:p>
          <a:p>
            <a:r>
              <a:rPr lang="en-US" dirty="0"/>
              <a:t>Today’s exercises</a:t>
            </a:r>
          </a:p>
        </p:txBody>
      </p:sp>
    </p:spTree>
    <p:extLst>
      <p:ext uri="{BB962C8B-B14F-4D97-AF65-F5344CB8AC3E}">
        <p14:creationId xmlns:p14="http://schemas.microsoft.com/office/powerpoint/2010/main" val="156130724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gure contains an axes object. The axes object with title Swerling1 Receiver Operating Characteristic (ROC) Curves, xlabel SNR (dB), ylabel P indexOf d baseline P_d contains 8 objects of type line, text.">
            <a:extLst>
              <a:ext uri="{FF2B5EF4-FFF2-40B4-BE49-F238E27FC236}">
                <a16:creationId xmlns:a16="http://schemas.microsoft.com/office/drawing/2014/main" id="{E751C882-7256-0CD5-C556-712223C9B2F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10" r="7618"/>
          <a:stretch>
            <a:fillRect/>
          </a:stretch>
        </p:blipFill>
        <p:spPr bwMode="auto">
          <a:xfrm>
            <a:off x="8297591" y="882722"/>
            <a:ext cx="3240912" cy="219456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E077BCA-1120-E45F-F3EC-2214C2CA1BE8}"/>
              </a:ext>
            </a:extLst>
          </p:cNvPr>
          <p:cNvSpPr>
            <a:spLocks noGrp="1"/>
          </p:cNvSpPr>
          <p:nvPr>
            <p:ph type="title"/>
          </p:nvPr>
        </p:nvSpPr>
        <p:spPr>
          <a:xfrm>
            <a:off x="439784" y="185057"/>
            <a:ext cx="10769600" cy="990600"/>
          </a:xfrm>
        </p:spPr>
        <p:txBody>
          <a:bodyPr/>
          <a:lstStyle/>
          <a:p>
            <a:r>
              <a:rPr lang="en-US"/>
              <a:t>Today’s Exercises</a:t>
            </a:r>
          </a:p>
        </p:txBody>
      </p:sp>
      <p:sp>
        <p:nvSpPr>
          <p:cNvPr id="3" name="Content Placeholder 2">
            <a:extLst>
              <a:ext uri="{FF2B5EF4-FFF2-40B4-BE49-F238E27FC236}">
                <a16:creationId xmlns:a16="http://schemas.microsoft.com/office/drawing/2014/main" id="{1568FC6A-AF2F-4809-C4EE-26CA9EE1192A}"/>
              </a:ext>
            </a:extLst>
          </p:cNvPr>
          <p:cNvSpPr>
            <a:spLocks noGrp="1"/>
          </p:cNvSpPr>
          <p:nvPr>
            <p:ph idx="1"/>
          </p:nvPr>
        </p:nvSpPr>
        <p:spPr>
          <a:xfrm>
            <a:off x="666018" y="1175657"/>
            <a:ext cx="6365964" cy="5072743"/>
          </a:xfrm>
          <a:prstGeom prst="rect">
            <a:avLst/>
          </a:prstGeom>
        </p:spPr>
        <p:txBody>
          <a:bodyPr/>
          <a:lstStyle/>
          <a:p>
            <a:r>
              <a:rPr lang="en-US" dirty="0"/>
              <a:t>Derive Radar specifications from high level requirements + Build a behavioral simulation to validate results</a:t>
            </a:r>
          </a:p>
          <a:p>
            <a:pPr lvl="1"/>
            <a:r>
              <a:rPr lang="en-US" dirty="0"/>
              <a:t>~30 minutes</a:t>
            </a:r>
          </a:p>
          <a:p>
            <a:endParaRPr lang="en-US" dirty="0"/>
          </a:p>
          <a:p>
            <a:pPr marL="0" indent="0">
              <a:buNone/>
            </a:pPr>
            <a:endParaRPr lang="en-US" dirty="0"/>
          </a:p>
          <a:p>
            <a:r>
              <a:rPr lang="en-US" dirty="0"/>
              <a:t>Design antenna array subsystem</a:t>
            </a:r>
          </a:p>
          <a:p>
            <a:pPr lvl="1"/>
            <a:r>
              <a:rPr lang="en-US" dirty="0"/>
              <a:t>~30 minutes</a:t>
            </a:r>
          </a:p>
          <a:p>
            <a:endParaRPr lang="en-US" dirty="0"/>
          </a:p>
          <a:p>
            <a:pPr marL="0" indent="0">
              <a:buNone/>
            </a:pPr>
            <a:endParaRPr lang="en-US" dirty="0"/>
          </a:p>
          <a:p>
            <a:r>
              <a:rPr lang="en-US" dirty="0"/>
              <a:t>Model RF Front-End (TR Module)</a:t>
            </a:r>
          </a:p>
          <a:p>
            <a:pPr lvl="1"/>
            <a:r>
              <a:rPr lang="en-US" dirty="0"/>
              <a:t>~30 minutes</a:t>
            </a:r>
          </a:p>
        </p:txBody>
      </p:sp>
      <p:pic>
        <p:nvPicPr>
          <p:cNvPr id="1028" name="Picture 4" descr="Figure contains 4 axes objects. Axes object 1 with title Taper contains an object of type image. Hidden axes object 2 with title Desired Pattern contains 13 objects of type surface, line, text, patch. Hidden axes object 3 with title Synthesized Pattern contains 13 objects of type surface, line, text, patch. Hidden axes object 4 with title Array Geometry contains an object of type scatter.">
            <a:extLst>
              <a:ext uri="{FF2B5EF4-FFF2-40B4-BE49-F238E27FC236}">
                <a16:creationId xmlns:a16="http://schemas.microsoft.com/office/drawing/2014/main" id="{73AA3C40-A8C4-A4BE-CB7A-03E2F425C3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376" t="4558" r="55420" b="54750"/>
          <a:stretch>
            <a:fillRect/>
          </a:stretch>
        </p:blipFill>
        <p:spPr bwMode="auto">
          <a:xfrm>
            <a:off x="6053559" y="3320351"/>
            <a:ext cx="3078866" cy="197351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1CA28B1F-5EF7-F47E-CB21-5F714B49C75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608" r="44188" b="10417"/>
          <a:stretch>
            <a:fillRect/>
          </a:stretch>
        </p:blipFill>
        <p:spPr bwMode="auto">
          <a:xfrm>
            <a:off x="9606987" y="4152839"/>
            <a:ext cx="1782502" cy="2282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995339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p:cNvSpPr>
            <a:spLocks noGrp="1"/>
          </p:cNvSpPr>
          <p:nvPr>
            <p:ph type="title"/>
          </p:nvPr>
        </p:nvSpPr>
        <p:spPr/>
        <p:txBody>
          <a:bodyPr/>
          <a:lstStyle/>
          <a:p>
            <a:r>
              <a:rPr lang="en-US" dirty="0"/>
              <a:t>Model Radar with Increasing Levels of Fidelity</a:t>
            </a:r>
          </a:p>
        </p:txBody>
      </p:sp>
      <p:sp>
        <p:nvSpPr>
          <p:cNvPr id="38" name="Content Placeholder 37"/>
          <p:cNvSpPr>
            <a:spLocks noGrp="1"/>
          </p:cNvSpPr>
          <p:nvPr>
            <p:ph idx="1"/>
          </p:nvPr>
        </p:nvSpPr>
        <p:spPr/>
        <p:txBody>
          <a:bodyPr/>
          <a:lstStyle/>
          <a:p>
            <a:pPr algn="l" fontAlgn="base">
              <a:buFont typeface="+mj-lt"/>
              <a:buAutoNum type="arabicPeriod"/>
            </a:pPr>
            <a:r>
              <a:rPr lang="en-US" i="0" dirty="0">
                <a:solidFill>
                  <a:srgbClr val="000000"/>
                </a:solidFill>
                <a:effectLst/>
                <a:latin typeface="Arial" panose="020B0604020202020204" pitchFamily="34" charset="0"/>
              </a:rPr>
              <a:t>Use radar equation </a:t>
            </a:r>
            <a:r>
              <a:rPr lang="en-US" b="0" i="0" dirty="0">
                <a:solidFill>
                  <a:srgbClr val="000000"/>
                </a:solidFill>
                <a:effectLst/>
                <a:latin typeface="Arial" panose="020B0604020202020204" pitchFamily="34" charset="0"/>
              </a:rPr>
              <a:t>to derive radar operating parameters based on system requirements utilizing the </a:t>
            </a:r>
            <a:r>
              <a:rPr lang="en-US" b="1" i="0" dirty="0">
                <a:solidFill>
                  <a:srgbClr val="000000"/>
                </a:solidFill>
                <a:effectLst/>
                <a:latin typeface="Arial" panose="020B0604020202020204" pitchFamily="34" charset="0"/>
              </a:rPr>
              <a:t>Radar Designer </a:t>
            </a:r>
            <a:r>
              <a:rPr lang="en-US" i="0" dirty="0">
                <a:solidFill>
                  <a:srgbClr val="000000"/>
                </a:solidFill>
                <a:effectLst/>
                <a:latin typeface="Arial" panose="020B0604020202020204" pitchFamily="34" charset="0"/>
              </a:rPr>
              <a:t>(Radar Toolbox)</a:t>
            </a:r>
          </a:p>
          <a:p>
            <a:pPr algn="l" fontAlgn="base">
              <a:buFont typeface="+mj-lt"/>
              <a:buAutoNum type="arabicPeriod"/>
            </a:pPr>
            <a:endParaRPr lang="en-US" i="0" dirty="0">
              <a:solidFill>
                <a:srgbClr val="000000"/>
              </a:solidFill>
              <a:effectLst/>
              <a:latin typeface="Arial" panose="020B0604020202020204" pitchFamily="34" charset="0"/>
            </a:endParaRPr>
          </a:p>
          <a:p>
            <a:pPr algn="l" fontAlgn="base">
              <a:buFont typeface="+mj-lt"/>
              <a:buAutoNum type="arabicPeriod"/>
            </a:pPr>
            <a:r>
              <a:rPr lang="en-US" b="0" i="0" dirty="0">
                <a:solidFill>
                  <a:srgbClr val="000000"/>
                </a:solidFill>
                <a:effectLst/>
                <a:latin typeface="Arial" panose="020B0604020202020204" pitchFamily="34" charset="0"/>
              </a:rPr>
              <a:t>Simulate with high-level components such as </a:t>
            </a:r>
            <a:r>
              <a:rPr lang="en-US" b="1" i="0" dirty="0">
                <a:solidFill>
                  <a:srgbClr val="000000"/>
                </a:solidFill>
                <a:effectLst/>
                <a:latin typeface="Arial" panose="020B0604020202020204" pitchFamily="34" charset="0"/>
              </a:rPr>
              <a:t>Transmitter</a:t>
            </a:r>
            <a:r>
              <a:rPr lang="en-US" b="0" i="0" dirty="0">
                <a:solidFill>
                  <a:srgbClr val="000000"/>
                </a:solidFill>
                <a:effectLst/>
                <a:latin typeface="Arial" panose="020B0604020202020204" pitchFamily="34" charset="0"/>
              </a:rPr>
              <a:t>, </a:t>
            </a:r>
            <a:r>
              <a:rPr lang="en-US" b="1" i="0" dirty="0">
                <a:solidFill>
                  <a:srgbClr val="000000"/>
                </a:solidFill>
                <a:effectLst/>
                <a:latin typeface="Arial" panose="020B0604020202020204" pitchFamily="34" charset="0"/>
              </a:rPr>
              <a:t>Receiver</a:t>
            </a:r>
            <a:r>
              <a:rPr lang="en-US" dirty="0">
                <a:solidFill>
                  <a:srgbClr val="000000"/>
                </a:solidFill>
              </a:rPr>
              <a:t>,</a:t>
            </a:r>
            <a:r>
              <a:rPr lang="en-US" b="1" i="0" dirty="0">
                <a:solidFill>
                  <a:srgbClr val="000000"/>
                </a:solidFill>
                <a:effectLst/>
                <a:latin typeface="Arial" panose="020B0604020202020204" pitchFamily="34" charset="0"/>
              </a:rPr>
              <a:t> Arrays </a:t>
            </a:r>
            <a:r>
              <a:rPr lang="en-US" b="0" i="0" dirty="0">
                <a:solidFill>
                  <a:srgbClr val="000000"/>
                </a:solidFill>
                <a:effectLst/>
                <a:latin typeface="Arial" panose="020B0604020202020204" pitchFamily="34" charset="0"/>
              </a:rPr>
              <a:t>to validate radar equation analysis (Phased Array System Toolbox)</a:t>
            </a:r>
          </a:p>
          <a:p>
            <a:pPr algn="l" fontAlgn="base">
              <a:buFont typeface="+mj-lt"/>
              <a:buAutoNum type="arabicPeriod"/>
            </a:pPr>
            <a:endParaRPr lang="en-US" b="0" i="0" dirty="0">
              <a:solidFill>
                <a:srgbClr val="000000"/>
              </a:solidFill>
              <a:effectLst/>
              <a:latin typeface="Arial" panose="020B0604020202020204" pitchFamily="34" charset="0"/>
            </a:endParaRPr>
          </a:p>
          <a:p>
            <a:pPr algn="l" fontAlgn="base">
              <a:buFont typeface="+mj-lt"/>
              <a:buAutoNum type="arabicPeriod"/>
            </a:pPr>
            <a:r>
              <a:rPr lang="en-US" b="0" i="0" dirty="0">
                <a:solidFill>
                  <a:srgbClr val="000000"/>
                </a:solidFill>
                <a:effectLst/>
                <a:latin typeface="Arial" panose="020B0604020202020204" pitchFamily="34" charset="0"/>
              </a:rPr>
              <a:t>Refine model with </a:t>
            </a:r>
            <a:r>
              <a:rPr lang="en-US" b="1" i="0" dirty="0">
                <a:solidFill>
                  <a:srgbClr val="000000"/>
                </a:solidFill>
                <a:effectLst/>
                <a:latin typeface="Arial" panose="020B0604020202020204" pitchFamily="34" charset="0"/>
              </a:rPr>
              <a:t>RF Budget Analyzer </a:t>
            </a:r>
            <a:r>
              <a:rPr lang="en-US" b="0" i="0" dirty="0">
                <a:solidFill>
                  <a:srgbClr val="000000"/>
                </a:solidFill>
                <a:effectLst/>
                <a:latin typeface="Arial" panose="020B0604020202020204" pitchFamily="34" charset="0"/>
              </a:rPr>
              <a:t>by specifying individual RF components of the Transmitter and Receiver (RF Toolbox)</a:t>
            </a:r>
          </a:p>
          <a:p>
            <a:pPr algn="l" fontAlgn="base">
              <a:buFont typeface="+mj-lt"/>
              <a:buAutoNum type="arabicPeriod"/>
            </a:pPr>
            <a:endParaRPr lang="en-US" b="0" i="0" dirty="0">
              <a:solidFill>
                <a:srgbClr val="000000"/>
              </a:solidFill>
              <a:effectLst/>
              <a:latin typeface="Arial" panose="020B0604020202020204" pitchFamily="34" charset="0"/>
            </a:endParaRPr>
          </a:p>
          <a:p>
            <a:pPr algn="l" fontAlgn="base">
              <a:buFont typeface="+mj-lt"/>
              <a:buAutoNum type="arabicPeriod"/>
            </a:pPr>
            <a:r>
              <a:rPr lang="en-US" b="0" i="0" dirty="0">
                <a:solidFill>
                  <a:srgbClr val="000000"/>
                </a:solidFill>
                <a:effectLst/>
                <a:latin typeface="Arial" panose="020B0604020202020204" pitchFamily="34" charset="0"/>
              </a:rPr>
              <a:t>Rerun simulation replacing high-level Transmitter and Receiver models with specific </a:t>
            </a:r>
            <a:r>
              <a:rPr lang="en-US" b="1" i="0" dirty="0">
                <a:solidFill>
                  <a:srgbClr val="000000"/>
                </a:solidFill>
                <a:effectLst/>
                <a:latin typeface="Arial" panose="020B0604020202020204" pitchFamily="34" charset="0"/>
              </a:rPr>
              <a:t>RF components </a:t>
            </a:r>
            <a:r>
              <a:rPr lang="en-US" i="0" dirty="0">
                <a:solidFill>
                  <a:srgbClr val="000000"/>
                </a:solidFill>
                <a:effectLst/>
                <a:latin typeface="Arial" panose="020B0604020202020204" pitchFamily="34" charset="0"/>
              </a:rPr>
              <a:t>(RF Toolbox)</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82AB959-8A04-22E2-8BD7-366AC4763CF9}"/>
              </a:ext>
            </a:extLst>
          </p:cNvPr>
          <p:cNvPicPr>
            <a:picLocks noChangeAspect="1"/>
          </p:cNvPicPr>
          <p:nvPr/>
        </p:nvPicPr>
        <p:blipFill rotWithShape="1">
          <a:blip r:embed="rId3"/>
          <a:srcRect t="15226" r="4276"/>
          <a:stretch/>
        </p:blipFill>
        <p:spPr>
          <a:xfrm>
            <a:off x="260684" y="938463"/>
            <a:ext cx="11670632" cy="5426242"/>
          </a:xfrm>
          <a:prstGeom prst="rect">
            <a:avLst/>
          </a:prstGeom>
        </p:spPr>
      </p:pic>
      <p:sp>
        <p:nvSpPr>
          <p:cNvPr id="2" name="Title 1">
            <a:extLst>
              <a:ext uri="{FF2B5EF4-FFF2-40B4-BE49-F238E27FC236}">
                <a16:creationId xmlns:a16="http://schemas.microsoft.com/office/drawing/2014/main" id="{EB3BBEBF-C32B-91D5-35B0-F19DD57B2BCC}"/>
              </a:ext>
            </a:extLst>
          </p:cNvPr>
          <p:cNvSpPr>
            <a:spLocks noGrp="1"/>
          </p:cNvSpPr>
          <p:nvPr>
            <p:ph type="title"/>
          </p:nvPr>
        </p:nvSpPr>
        <p:spPr>
          <a:xfrm>
            <a:off x="424667" y="114300"/>
            <a:ext cx="10769600" cy="990600"/>
          </a:xfrm>
        </p:spPr>
        <p:txBody>
          <a:bodyPr/>
          <a:lstStyle/>
          <a:p>
            <a:r>
              <a:rPr lang="en-US"/>
              <a:t>Working with the Live Editor</a:t>
            </a:r>
          </a:p>
        </p:txBody>
      </p:sp>
      <p:sp>
        <p:nvSpPr>
          <p:cNvPr id="5" name="Oval 4">
            <a:extLst>
              <a:ext uri="{FF2B5EF4-FFF2-40B4-BE49-F238E27FC236}">
                <a16:creationId xmlns:a16="http://schemas.microsoft.com/office/drawing/2014/main" id="{56A5A1A8-A7C6-74AA-F3F1-FF5B51E831D8}"/>
              </a:ext>
            </a:extLst>
          </p:cNvPr>
          <p:cNvSpPr/>
          <p:nvPr/>
        </p:nvSpPr>
        <p:spPr>
          <a:xfrm>
            <a:off x="7920601" y="1193774"/>
            <a:ext cx="1130158" cy="32320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6" name="Oval 5">
            <a:extLst>
              <a:ext uri="{FF2B5EF4-FFF2-40B4-BE49-F238E27FC236}">
                <a16:creationId xmlns:a16="http://schemas.microsoft.com/office/drawing/2014/main" id="{B53FC84A-3A52-30FE-E473-C8E47768B5F0}"/>
              </a:ext>
            </a:extLst>
          </p:cNvPr>
          <p:cNvSpPr/>
          <p:nvPr/>
        </p:nvSpPr>
        <p:spPr>
          <a:xfrm>
            <a:off x="7920601" y="1418915"/>
            <a:ext cx="1130158" cy="32320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7" name="Oval 6">
            <a:extLst>
              <a:ext uri="{FF2B5EF4-FFF2-40B4-BE49-F238E27FC236}">
                <a16:creationId xmlns:a16="http://schemas.microsoft.com/office/drawing/2014/main" id="{48A7724D-1D04-FC44-4373-185D31A73404}"/>
              </a:ext>
            </a:extLst>
          </p:cNvPr>
          <p:cNvSpPr/>
          <p:nvPr/>
        </p:nvSpPr>
        <p:spPr>
          <a:xfrm>
            <a:off x="9050759" y="1159783"/>
            <a:ext cx="767708" cy="76928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Tree>
    <p:extLst>
      <p:ext uri="{BB962C8B-B14F-4D97-AF65-F5344CB8AC3E}">
        <p14:creationId xmlns:p14="http://schemas.microsoft.com/office/powerpoint/2010/main" val="208926895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xit" presetSubtype="0" fill="hold" grpId="1" nodeType="withEffect">
                                  <p:stCondLst>
                                    <p:cond delay="0"/>
                                  </p:stCondLst>
                                  <p:childTnLst>
                                    <p:animEffect transition="out" filter="fade">
                                      <p:cBhvr>
                                        <p:cTn id="14" dur="500"/>
                                        <p:tgtEl>
                                          <p:spTgt spid="5"/>
                                        </p:tgtEl>
                                      </p:cBhvr>
                                    </p:animEffect>
                                    <p:set>
                                      <p:cBhvr>
                                        <p:cTn id="15" dur="1" fill="hold">
                                          <p:stCondLst>
                                            <p:cond delay="499"/>
                                          </p:stCondLst>
                                        </p:cTn>
                                        <p:tgtEl>
                                          <p:spTgt spid="5"/>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xit" presetSubtype="0" fill="hold" grpId="1" nodeType="withEffect">
                                  <p:stCondLst>
                                    <p:cond delay="0"/>
                                  </p:stCondLst>
                                  <p:childTnLst>
                                    <p:animEffect transition="out" filter="fade">
                                      <p:cBhvr>
                                        <p:cTn id="22" dur="500"/>
                                        <p:tgtEl>
                                          <p:spTgt spid="6"/>
                                        </p:tgtEl>
                                      </p:cBhvr>
                                    </p:animEffect>
                                    <p:set>
                                      <p:cBhvr>
                                        <p:cTn id="23"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AB76A-6BF3-AF94-64D0-5F6D62FF026A}"/>
              </a:ext>
            </a:extLst>
          </p:cNvPr>
          <p:cNvSpPr>
            <a:spLocks noGrp="1"/>
          </p:cNvSpPr>
          <p:nvPr>
            <p:ph type="title"/>
          </p:nvPr>
        </p:nvSpPr>
        <p:spPr>
          <a:xfrm>
            <a:off x="360221" y="114300"/>
            <a:ext cx="10769600" cy="990600"/>
          </a:xfrm>
        </p:spPr>
        <p:txBody>
          <a:bodyPr/>
          <a:lstStyle/>
          <a:p>
            <a:r>
              <a:rPr lang="en-US"/>
              <a:t>Coding Constructs and Practices</a:t>
            </a:r>
          </a:p>
        </p:txBody>
      </p:sp>
      <p:sp>
        <p:nvSpPr>
          <p:cNvPr id="3" name="Content Placeholder 2">
            <a:extLst>
              <a:ext uri="{FF2B5EF4-FFF2-40B4-BE49-F238E27FC236}">
                <a16:creationId xmlns:a16="http://schemas.microsoft.com/office/drawing/2014/main" id="{4FA82AA9-BD8F-83B0-433B-BDBC245BD221}"/>
              </a:ext>
            </a:extLst>
          </p:cNvPr>
          <p:cNvSpPr>
            <a:spLocks noGrp="1"/>
          </p:cNvSpPr>
          <p:nvPr>
            <p:ph idx="1"/>
          </p:nvPr>
        </p:nvSpPr>
        <p:spPr>
          <a:xfrm>
            <a:off x="562100" y="1009896"/>
            <a:ext cx="10769600" cy="5319651"/>
          </a:xfrm>
        </p:spPr>
        <p:txBody>
          <a:bodyPr/>
          <a:lstStyle/>
          <a:p>
            <a:r>
              <a:rPr lang="en-US"/>
              <a:t>Value-only arguments don’t need any modifiers</a:t>
            </a:r>
          </a:p>
          <a:p>
            <a:r>
              <a:rPr lang="en-US"/>
              <a:t>Name-value pairs use property names</a:t>
            </a:r>
          </a:p>
          <a:p>
            <a:r>
              <a:rPr lang="en-US">
                <a:latin typeface="Courier New" panose="02070309020205020404" pitchFamily="49" charset="0"/>
                <a:cs typeface="Courier New" panose="02070309020205020404" pitchFamily="49" charset="0"/>
              </a:rPr>
              <a:t>y = foo(...</a:t>
            </a:r>
          </a:p>
          <a:p>
            <a:pPr marL="0" indent="0">
              <a:buNone/>
            </a:pPr>
            <a:r>
              <a:rPr lang="en-US">
                <a:latin typeface="Courier New" panose="02070309020205020404" pitchFamily="49" charset="0"/>
                <a:cs typeface="Courier New" panose="02070309020205020404" pitchFamily="49" charset="0"/>
              </a:rPr>
              <a:t>        arg1, ...      </a:t>
            </a:r>
            <a:r>
              <a:rPr lang="en-US">
                <a:solidFill>
                  <a:srgbClr val="FF0000"/>
                </a:solidFill>
                <a:latin typeface="Courier New" panose="02070309020205020404" pitchFamily="49" charset="0"/>
                <a:cs typeface="Courier New" panose="02070309020205020404" pitchFamily="49" charset="0"/>
              </a:rPr>
              <a:t>% value-only argument</a:t>
            </a:r>
          </a:p>
          <a:p>
            <a:pPr marL="0" indent="0">
              <a:buNone/>
            </a:pPr>
            <a:r>
              <a:rPr lang="en-US">
                <a:latin typeface="Courier New" panose="02070309020205020404" pitchFamily="49" charset="0"/>
                <a:cs typeface="Courier New" panose="02070309020205020404" pitchFamily="49" charset="0"/>
              </a:rPr>
              <a:t>        Name1=value1); </a:t>
            </a:r>
            <a:r>
              <a:rPr lang="en-US">
                <a:solidFill>
                  <a:srgbClr val="FF0000"/>
                </a:solidFill>
                <a:latin typeface="Courier New" panose="02070309020205020404" pitchFamily="49" charset="0"/>
                <a:cs typeface="Courier New" panose="02070309020205020404" pitchFamily="49" charset="0"/>
              </a:rPr>
              <a:t>% Name-value pair</a:t>
            </a:r>
          </a:p>
          <a:p>
            <a:pPr marL="0" indent="0">
              <a:buNone/>
            </a:pPr>
            <a:endParaRPr lang="en-US">
              <a:solidFill>
                <a:srgbClr val="FF0000"/>
              </a:solidFill>
              <a:latin typeface="Courier New" panose="02070309020205020404" pitchFamily="49" charset="0"/>
              <a:cs typeface="Courier New" panose="02070309020205020404" pitchFamily="49" charset="0"/>
            </a:endParaRPr>
          </a:p>
          <a:p>
            <a:r>
              <a:rPr lang="en-US">
                <a:solidFill>
                  <a:srgbClr val="0070C0"/>
                </a:solidFill>
                <a:latin typeface="+mn-lt"/>
                <a:cs typeface="Courier New" panose="02070309020205020404" pitchFamily="49" charset="0"/>
              </a:rPr>
              <a:t>Name=value</a:t>
            </a:r>
            <a:r>
              <a:rPr lang="en-US">
                <a:latin typeface="+mn-lt"/>
                <a:cs typeface="Courier New" panose="02070309020205020404" pitchFamily="49" charset="0"/>
              </a:rPr>
              <a:t>, and </a:t>
            </a:r>
            <a:r>
              <a:rPr lang="en-US">
                <a:solidFill>
                  <a:srgbClr val="0070C0"/>
                </a:solidFill>
                <a:latin typeface="+mn-lt"/>
                <a:cs typeface="Courier New" panose="02070309020205020404" pitchFamily="49" charset="0"/>
              </a:rPr>
              <a:t>“</a:t>
            </a:r>
            <a:r>
              <a:rPr lang="en-US" err="1">
                <a:solidFill>
                  <a:srgbClr val="0070C0"/>
                </a:solidFill>
                <a:latin typeface="+mn-lt"/>
                <a:cs typeface="Courier New" panose="02070309020205020404" pitchFamily="49" charset="0"/>
              </a:rPr>
              <a:t>Name”,value</a:t>
            </a:r>
            <a:r>
              <a:rPr lang="en-US">
                <a:latin typeface="+mn-lt"/>
                <a:cs typeface="Courier New" panose="02070309020205020404" pitchFamily="49" charset="0"/>
              </a:rPr>
              <a:t>, and </a:t>
            </a:r>
            <a:r>
              <a:rPr lang="en-US">
                <a:solidFill>
                  <a:srgbClr val="0070C0"/>
                </a:solidFill>
                <a:latin typeface="+mn-lt"/>
                <a:cs typeface="Courier New" panose="02070309020205020404" pitchFamily="49" charset="0"/>
              </a:rPr>
              <a:t>‘</a:t>
            </a:r>
            <a:r>
              <a:rPr lang="en-US" err="1">
                <a:solidFill>
                  <a:srgbClr val="0070C0"/>
                </a:solidFill>
                <a:latin typeface="+mn-lt"/>
                <a:cs typeface="Courier New" panose="02070309020205020404" pitchFamily="49" charset="0"/>
              </a:rPr>
              <a:t>Name’,value</a:t>
            </a:r>
            <a:r>
              <a:rPr lang="en-US">
                <a:solidFill>
                  <a:srgbClr val="0070C0"/>
                </a:solidFill>
                <a:latin typeface="+mn-lt"/>
                <a:cs typeface="Courier New" panose="02070309020205020404" pitchFamily="49" charset="0"/>
              </a:rPr>
              <a:t> </a:t>
            </a:r>
            <a:r>
              <a:rPr lang="en-US">
                <a:latin typeface="+mn-lt"/>
                <a:cs typeface="Courier New" panose="02070309020205020404" pitchFamily="49" charset="0"/>
              </a:rPr>
              <a:t>are all equivalent when specifying name-value pairs</a:t>
            </a:r>
          </a:p>
          <a:p>
            <a:pPr lvl="1"/>
            <a:r>
              <a:rPr lang="en-US">
                <a:latin typeface="+mn-lt"/>
                <a:cs typeface="Courier New" panose="02070309020205020404" pitchFamily="49" charset="0"/>
              </a:rPr>
              <a:t>Use only one style in a given function call</a:t>
            </a:r>
          </a:p>
          <a:p>
            <a:pPr lvl="1"/>
            <a:endParaRPr lang="en-US">
              <a:latin typeface="+mn-lt"/>
              <a:cs typeface="Courier New" panose="02070309020205020404" pitchFamily="49" charset="0"/>
            </a:endParaRPr>
          </a:p>
          <a:p>
            <a:r>
              <a:rPr lang="en-US">
                <a:latin typeface="+mn-lt"/>
                <a:cs typeface="Courier New" panose="02070309020205020404" pitchFamily="49" charset="0"/>
              </a:rPr>
              <a:t>Read the code comments!  They contain helpful instructions to guide your code, including the usage of value-only arguments and name-value pairs.</a:t>
            </a:r>
          </a:p>
        </p:txBody>
      </p:sp>
    </p:spTree>
    <p:extLst>
      <p:ext uri="{BB962C8B-B14F-4D97-AF65-F5344CB8AC3E}">
        <p14:creationId xmlns:p14="http://schemas.microsoft.com/office/powerpoint/2010/main" val="26694258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fade">
                                      <p:cBhvr>
                                        <p:cTn id="10" dur="500"/>
                                        <p:tgtEl>
                                          <p:spTgt spid="3">
                                            <p:txEl>
                                              <p:pRg st="7" end="7"/>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animEffect transition="in" filter="fade">
                                      <p:cBhvr>
                                        <p:cTn id="15"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DB127-BE6B-9538-A7F2-4CDC1CE1D80D}"/>
              </a:ext>
            </a:extLst>
          </p:cNvPr>
          <p:cNvSpPr>
            <a:spLocks noGrp="1"/>
          </p:cNvSpPr>
          <p:nvPr>
            <p:ph type="title"/>
          </p:nvPr>
        </p:nvSpPr>
        <p:spPr>
          <a:xfrm>
            <a:off x="434237" y="256784"/>
            <a:ext cx="10769600" cy="990600"/>
          </a:xfrm>
        </p:spPr>
        <p:txBody>
          <a:bodyPr/>
          <a:lstStyle/>
          <a:p>
            <a:r>
              <a:rPr lang="en-US"/>
              <a:t>Use the Work Scripts, not the Solution Scripts</a:t>
            </a:r>
          </a:p>
        </p:txBody>
      </p:sp>
      <p:pic>
        <p:nvPicPr>
          <p:cNvPr id="7" name="Picture 6">
            <a:extLst>
              <a:ext uri="{FF2B5EF4-FFF2-40B4-BE49-F238E27FC236}">
                <a16:creationId xmlns:a16="http://schemas.microsoft.com/office/drawing/2014/main" id="{1A90AFDA-1033-336D-AF99-57DAF04DE339}"/>
              </a:ext>
            </a:extLst>
          </p:cNvPr>
          <p:cNvPicPr>
            <a:picLocks noChangeAspect="1"/>
          </p:cNvPicPr>
          <p:nvPr/>
        </p:nvPicPr>
        <p:blipFill rotWithShape="1">
          <a:blip r:embed="rId3"/>
          <a:srcRect l="18185" t="44765" r="52432" b="35079"/>
          <a:stretch/>
        </p:blipFill>
        <p:spPr>
          <a:xfrm>
            <a:off x="288098" y="1352812"/>
            <a:ext cx="5347575" cy="1925876"/>
          </a:xfrm>
          <a:prstGeom prst="rect">
            <a:avLst/>
          </a:prstGeom>
        </p:spPr>
      </p:pic>
      <p:pic>
        <p:nvPicPr>
          <p:cNvPr id="9" name="Graphic 8" descr="Grinning face outline with solid fill">
            <a:extLst>
              <a:ext uri="{FF2B5EF4-FFF2-40B4-BE49-F238E27FC236}">
                <a16:creationId xmlns:a16="http://schemas.microsoft.com/office/drawing/2014/main" id="{CA905A77-23F4-3AB2-906D-01CC9DDD865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80160" y="3467623"/>
            <a:ext cx="1814186" cy="1814186"/>
          </a:xfrm>
          <a:prstGeom prst="rect">
            <a:avLst/>
          </a:prstGeom>
        </p:spPr>
      </p:pic>
      <p:pic>
        <p:nvPicPr>
          <p:cNvPr id="13" name="Picture 12">
            <a:extLst>
              <a:ext uri="{FF2B5EF4-FFF2-40B4-BE49-F238E27FC236}">
                <a16:creationId xmlns:a16="http://schemas.microsoft.com/office/drawing/2014/main" id="{B0F2A842-8226-3339-5611-B59EC24A5F7B}"/>
              </a:ext>
            </a:extLst>
          </p:cNvPr>
          <p:cNvPicPr>
            <a:picLocks noChangeAspect="1"/>
          </p:cNvPicPr>
          <p:nvPr/>
        </p:nvPicPr>
        <p:blipFill rotWithShape="1">
          <a:blip r:embed="rId5"/>
          <a:srcRect l="18390" t="44569" r="51507" b="34883"/>
          <a:stretch/>
        </p:blipFill>
        <p:spPr>
          <a:xfrm>
            <a:off x="6061557" y="1400304"/>
            <a:ext cx="5535774" cy="1983811"/>
          </a:xfrm>
          <a:prstGeom prst="rect">
            <a:avLst/>
          </a:prstGeom>
        </p:spPr>
      </p:pic>
      <p:pic>
        <p:nvPicPr>
          <p:cNvPr id="15" name="Graphic 14" descr="Sad face outline with solid fill">
            <a:extLst>
              <a:ext uri="{FF2B5EF4-FFF2-40B4-BE49-F238E27FC236}">
                <a16:creationId xmlns:a16="http://schemas.microsoft.com/office/drawing/2014/main" id="{9ACB79EA-E090-578A-33CF-A184C56B56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17911" y="3467624"/>
            <a:ext cx="1814185" cy="1814185"/>
          </a:xfrm>
          <a:prstGeom prst="rect">
            <a:avLst/>
          </a:prstGeom>
        </p:spPr>
      </p:pic>
    </p:spTree>
    <p:extLst>
      <p:ext uri="{BB962C8B-B14F-4D97-AF65-F5344CB8AC3E}">
        <p14:creationId xmlns:p14="http://schemas.microsoft.com/office/powerpoint/2010/main" val="269936193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Elbow Connector 24">
            <a:extLst>
              <a:ext uri="{FF2B5EF4-FFF2-40B4-BE49-F238E27FC236}">
                <a16:creationId xmlns:a16="http://schemas.microsoft.com/office/drawing/2014/main" id="{A2A568A5-B5C2-4BC1-89E2-7C7BA543B7E7}"/>
              </a:ext>
            </a:extLst>
          </p:cNvPr>
          <p:cNvCxnSpPr>
            <a:cxnSpLocks/>
            <a:endCxn id="27" idx="2"/>
          </p:cNvCxnSpPr>
          <p:nvPr/>
        </p:nvCxnSpPr>
        <p:spPr>
          <a:xfrm rot="10800000">
            <a:off x="4269128" y="4673512"/>
            <a:ext cx="1382246" cy="591193"/>
          </a:xfrm>
          <a:prstGeom prst="bentConnector2">
            <a:avLst/>
          </a:prstGeom>
          <a:ln w="130175">
            <a:solidFill>
              <a:schemeClr val="accent1"/>
            </a:solidFill>
            <a:headEnd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99B465C-1FF4-4D33-BA08-7EA4C3B52765}"/>
              </a:ext>
            </a:extLst>
          </p:cNvPr>
          <p:cNvCxnSpPr>
            <a:cxnSpLocks/>
            <a:stCxn id="26" idx="0"/>
            <a:endCxn id="24" idx="2"/>
          </p:cNvCxnSpPr>
          <p:nvPr/>
        </p:nvCxnSpPr>
        <p:spPr>
          <a:xfrm flipH="1" flipV="1">
            <a:off x="6772693" y="3205689"/>
            <a:ext cx="1" cy="1281775"/>
          </a:xfrm>
          <a:prstGeom prst="straightConnector1">
            <a:avLst/>
          </a:prstGeom>
          <a:ln w="130175">
            <a:solidFill>
              <a:schemeClr val="accent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78" name="Elbow Connector 24">
            <a:extLst>
              <a:ext uri="{FF2B5EF4-FFF2-40B4-BE49-F238E27FC236}">
                <a16:creationId xmlns:a16="http://schemas.microsoft.com/office/drawing/2014/main" id="{82A1F0A1-D648-40D1-8D47-DDBCC2D79F00}"/>
              </a:ext>
            </a:extLst>
          </p:cNvPr>
          <p:cNvCxnSpPr>
            <a:cxnSpLocks/>
            <a:stCxn id="27" idx="0"/>
            <a:endCxn id="24" idx="1"/>
          </p:cNvCxnSpPr>
          <p:nvPr/>
        </p:nvCxnSpPr>
        <p:spPr>
          <a:xfrm rot="5400000" flipH="1" flipV="1">
            <a:off x="4494373" y="2203204"/>
            <a:ext cx="690582" cy="1141072"/>
          </a:xfrm>
          <a:prstGeom prst="bentConnector2">
            <a:avLst/>
          </a:prstGeom>
          <a:ln w="130175">
            <a:solidFill>
              <a:schemeClr val="accent1"/>
            </a:solidFill>
            <a:headEnd w="med" len="sm"/>
            <a:tailEnd type="triangle" w="med" len="sm"/>
          </a:ln>
        </p:spPr>
        <p:style>
          <a:lnRef idx="1">
            <a:schemeClr val="accent1"/>
          </a:lnRef>
          <a:fillRef idx="0">
            <a:schemeClr val="accent1"/>
          </a:fillRef>
          <a:effectRef idx="0">
            <a:schemeClr val="accent1"/>
          </a:effectRef>
          <a:fontRef idx="minor">
            <a:schemeClr val="tx1"/>
          </a:fontRef>
        </p:style>
      </p:cxnSp>
      <p:cxnSp>
        <p:nvCxnSpPr>
          <p:cNvPr id="42" name="Elbow Connector 24">
            <a:extLst>
              <a:ext uri="{FF2B5EF4-FFF2-40B4-BE49-F238E27FC236}">
                <a16:creationId xmlns:a16="http://schemas.microsoft.com/office/drawing/2014/main" id="{357D91E6-5D92-44AB-B99B-8EE6F2D6820A}"/>
              </a:ext>
            </a:extLst>
          </p:cNvPr>
          <p:cNvCxnSpPr>
            <a:cxnSpLocks/>
            <a:stCxn id="26" idx="3"/>
            <a:endCxn id="40" idx="2"/>
          </p:cNvCxnSpPr>
          <p:nvPr/>
        </p:nvCxnSpPr>
        <p:spPr>
          <a:xfrm flipV="1">
            <a:off x="8135187" y="4913531"/>
            <a:ext cx="1992487" cy="351173"/>
          </a:xfrm>
          <a:prstGeom prst="bentConnector2">
            <a:avLst/>
          </a:prstGeom>
          <a:ln w="130175">
            <a:solidFill>
              <a:schemeClr val="accent1"/>
            </a:solidFill>
            <a:headEnd type="triangle" w="med" len="sm"/>
            <a:tailEnd type="none" w="med" len="med"/>
          </a:ln>
        </p:spPr>
        <p:style>
          <a:lnRef idx="1">
            <a:schemeClr val="accent1"/>
          </a:lnRef>
          <a:fillRef idx="0">
            <a:schemeClr val="accent1"/>
          </a:fillRef>
          <a:effectRef idx="0">
            <a:schemeClr val="accent1"/>
          </a:effectRef>
          <a:fontRef idx="minor">
            <a:schemeClr val="tx1"/>
          </a:fontRef>
        </p:style>
      </p:cxnSp>
      <p:cxnSp>
        <p:nvCxnSpPr>
          <p:cNvPr id="82" name="Elbow Connector 24">
            <a:extLst>
              <a:ext uri="{FF2B5EF4-FFF2-40B4-BE49-F238E27FC236}">
                <a16:creationId xmlns:a16="http://schemas.microsoft.com/office/drawing/2014/main" id="{E0F2A3A6-A860-4A06-A4A0-F337C4EC32B1}"/>
              </a:ext>
            </a:extLst>
          </p:cNvPr>
          <p:cNvCxnSpPr>
            <a:cxnSpLocks/>
            <a:stCxn id="24" idx="3"/>
            <a:endCxn id="40" idx="0"/>
          </p:cNvCxnSpPr>
          <p:nvPr/>
        </p:nvCxnSpPr>
        <p:spPr>
          <a:xfrm>
            <a:off x="8135186" y="2428449"/>
            <a:ext cx="1992488" cy="685330"/>
          </a:xfrm>
          <a:prstGeom prst="bentConnector2">
            <a:avLst/>
          </a:prstGeom>
          <a:ln w="130175">
            <a:solidFill>
              <a:schemeClr val="accent1"/>
            </a:solidFill>
            <a:headEnd w="med" len="sm"/>
            <a:tailEnd type="triangle" w="med" len="sm"/>
          </a:ln>
        </p:spPr>
        <p:style>
          <a:lnRef idx="1">
            <a:schemeClr val="accent1"/>
          </a:lnRef>
          <a:fillRef idx="0">
            <a:schemeClr val="accent1"/>
          </a:fillRef>
          <a:effectRef idx="0">
            <a:schemeClr val="accent1"/>
          </a:effectRef>
          <a:fontRef idx="minor">
            <a:schemeClr val="tx1"/>
          </a:fontRef>
        </p:style>
      </p:cxnSp>
      <p:pic>
        <p:nvPicPr>
          <p:cNvPr id="46" name="Picture 45" descr="A close up of a map&#10;&#10;Description automatically generated">
            <a:extLst>
              <a:ext uri="{FF2B5EF4-FFF2-40B4-BE49-F238E27FC236}">
                <a16:creationId xmlns:a16="http://schemas.microsoft.com/office/drawing/2014/main" id="{E1B2406D-491A-42B1-B106-958076FF85F9}"/>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b="22179"/>
          <a:stretch/>
        </p:blipFill>
        <p:spPr>
          <a:xfrm>
            <a:off x="8806834" y="3402086"/>
            <a:ext cx="1095823" cy="949837"/>
          </a:xfrm>
          <a:prstGeom prst="rect">
            <a:avLst/>
          </a:prstGeom>
        </p:spPr>
      </p:pic>
      <p:pic>
        <p:nvPicPr>
          <p:cNvPr id="4" name="Picture 3">
            <a:extLst>
              <a:ext uri="{FF2B5EF4-FFF2-40B4-BE49-F238E27FC236}">
                <a16:creationId xmlns:a16="http://schemas.microsoft.com/office/drawing/2014/main" id="{3C087F23-862F-4FBE-99F2-F9291B332FBF}"/>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281008" y="2630310"/>
            <a:ext cx="3432329" cy="2361827"/>
          </a:xfrm>
          <a:prstGeom prst="rect">
            <a:avLst/>
          </a:prstGeom>
        </p:spPr>
      </p:pic>
      <p:sp>
        <p:nvSpPr>
          <p:cNvPr id="40" name="Rectangle: Rounded Corners 39">
            <a:extLst>
              <a:ext uri="{FF2B5EF4-FFF2-40B4-BE49-F238E27FC236}">
                <a16:creationId xmlns:a16="http://schemas.microsoft.com/office/drawing/2014/main" id="{55CE66D3-C199-499D-B632-AEC719808899}"/>
              </a:ext>
            </a:extLst>
          </p:cNvPr>
          <p:cNvSpPr/>
          <p:nvPr/>
        </p:nvSpPr>
        <p:spPr>
          <a:xfrm>
            <a:off x="8344358" y="3113779"/>
            <a:ext cx="3566631" cy="1799752"/>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lstStyle/>
          <a:p>
            <a:pPr algn="ctr"/>
            <a:endParaRPr lang="en-US" sz="1400" b="1" dirty="0">
              <a:solidFill>
                <a:schemeClr val="tx2"/>
              </a:solidFill>
              <a:latin typeface="Segoe UI Semibold" panose="020B0702040204020203" pitchFamily="34" charset="0"/>
              <a:cs typeface="Segoe UI Semibold" panose="020B0702040204020203" pitchFamily="34" charset="0"/>
            </a:endParaRPr>
          </a:p>
        </p:txBody>
      </p:sp>
      <p:sp>
        <p:nvSpPr>
          <p:cNvPr id="27" name="Rectangle: Rounded Corners 26">
            <a:extLst>
              <a:ext uri="{FF2B5EF4-FFF2-40B4-BE49-F238E27FC236}">
                <a16:creationId xmlns:a16="http://schemas.microsoft.com/office/drawing/2014/main" id="{5C85AD61-581A-40D3-997C-D6389B193D9E}"/>
              </a:ext>
            </a:extLst>
          </p:cNvPr>
          <p:cNvSpPr/>
          <p:nvPr/>
        </p:nvSpPr>
        <p:spPr>
          <a:xfrm>
            <a:off x="3309008" y="3119031"/>
            <a:ext cx="1920240" cy="1554480"/>
          </a:xfrm>
          <a:prstGeom prst="roundRect">
            <a:avLst/>
          </a:prstGeom>
          <a:solidFill>
            <a:srgbClr val="FFFFFF"/>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b="1" dirty="0">
                <a:solidFill>
                  <a:schemeClr val="tx2"/>
                </a:solidFill>
                <a:latin typeface="Segoe UI Semibold" panose="020B0702040204020203" pitchFamily="34" charset="0"/>
                <a:cs typeface="Segoe UI Semibold" panose="020B0702040204020203" pitchFamily="34" charset="0"/>
              </a:rPr>
              <a:t>Antenna/RF</a:t>
            </a:r>
          </a:p>
        </p:txBody>
      </p:sp>
      <p:grpSp>
        <p:nvGrpSpPr>
          <p:cNvPr id="66" name="Group 65">
            <a:extLst>
              <a:ext uri="{FF2B5EF4-FFF2-40B4-BE49-F238E27FC236}">
                <a16:creationId xmlns:a16="http://schemas.microsoft.com/office/drawing/2014/main" id="{832002A0-F695-41E7-B650-789513197553}"/>
              </a:ext>
            </a:extLst>
          </p:cNvPr>
          <p:cNvGrpSpPr/>
          <p:nvPr/>
        </p:nvGrpSpPr>
        <p:grpSpPr>
          <a:xfrm>
            <a:off x="3321708" y="3395458"/>
            <a:ext cx="1966150" cy="799262"/>
            <a:chOff x="821622" y="5588477"/>
            <a:chExt cx="3017597" cy="1167637"/>
          </a:xfrm>
        </p:grpSpPr>
        <p:pic>
          <p:nvPicPr>
            <p:cNvPr id="64" name="Picture 63">
              <a:extLst>
                <a:ext uri="{FF2B5EF4-FFF2-40B4-BE49-F238E27FC236}">
                  <a16:creationId xmlns:a16="http://schemas.microsoft.com/office/drawing/2014/main" id="{0FCC8890-C1C8-45D1-82A8-DC0E9F35A806}"/>
                </a:ext>
              </a:extLst>
            </p:cNvPr>
            <p:cNvPicPr>
              <a:picLocks noChangeAspect="1"/>
            </p:cNvPicPr>
            <p:nvPr/>
          </p:nvPicPr>
          <p:blipFill rotWithShape="1">
            <a:blip r:embed="rId7"/>
            <a:srcRect l="8931" r="31402"/>
            <a:stretch/>
          </p:blipFill>
          <p:spPr>
            <a:xfrm>
              <a:off x="821622" y="5588477"/>
              <a:ext cx="2492886" cy="1167637"/>
            </a:xfrm>
            <a:prstGeom prst="rect">
              <a:avLst/>
            </a:prstGeom>
          </p:spPr>
        </p:pic>
        <p:pic>
          <p:nvPicPr>
            <p:cNvPr id="65" name="Picture 64">
              <a:extLst>
                <a:ext uri="{FF2B5EF4-FFF2-40B4-BE49-F238E27FC236}">
                  <a16:creationId xmlns:a16="http://schemas.microsoft.com/office/drawing/2014/main" id="{70152606-9CD1-4BBC-8BA6-53EB7CE84EAE}"/>
                </a:ext>
              </a:extLst>
            </p:cNvPr>
            <p:cNvPicPr>
              <a:picLocks noChangeAspect="1"/>
            </p:cNvPicPr>
            <p:nvPr/>
          </p:nvPicPr>
          <p:blipFill rotWithShape="1">
            <a:blip r:embed="rId8"/>
            <a:srcRect l="65497" t="42272" r="14683"/>
            <a:stretch/>
          </p:blipFill>
          <p:spPr>
            <a:xfrm>
              <a:off x="3011121" y="6081525"/>
              <a:ext cx="828098" cy="674052"/>
            </a:xfrm>
            <a:prstGeom prst="rect">
              <a:avLst/>
            </a:prstGeom>
          </p:spPr>
        </p:pic>
      </p:grpSp>
      <p:sp>
        <p:nvSpPr>
          <p:cNvPr id="24" name="Rectangle: Rounded Corners 23">
            <a:extLst>
              <a:ext uri="{FF2B5EF4-FFF2-40B4-BE49-F238E27FC236}">
                <a16:creationId xmlns:a16="http://schemas.microsoft.com/office/drawing/2014/main" id="{3ECF00C2-45E2-4058-9066-B0C3B5438F32}"/>
              </a:ext>
            </a:extLst>
          </p:cNvPr>
          <p:cNvSpPr/>
          <p:nvPr/>
        </p:nvSpPr>
        <p:spPr>
          <a:xfrm>
            <a:off x="5410200" y="1651209"/>
            <a:ext cx="2724986" cy="1554480"/>
          </a:xfrm>
          <a:prstGeom prst="roundRect">
            <a:avLst/>
          </a:prstGeom>
          <a:solidFill>
            <a:srgbClr val="FFFFFF"/>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b="1" dirty="0">
                <a:solidFill>
                  <a:schemeClr val="tx2"/>
                </a:solidFill>
                <a:latin typeface="Segoe UI Semibold" panose="020B0702040204020203" pitchFamily="34" charset="0"/>
                <a:cs typeface="Segoe UI Semibold" panose="020B0702040204020203" pitchFamily="34" charset="0"/>
              </a:rPr>
              <a:t>Signal </a:t>
            </a:r>
          </a:p>
          <a:p>
            <a:pPr algn="ctr"/>
            <a:r>
              <a:rPr lang="en-US" b="1" dirty="0">
                <a:solidFill>
                  <a:schemeClr val="tx2"/>
                </a:solidFill>
                <a:latin typeface="Segoe UI Semibold" panose="020B0702040204020203" pitchFamily="34" charset="0"/>
                <a:cs typeface="Segoe UI Semibold" panose="020B0702040204020203" pitchFamily="34" charset="0"/>
              </a:rPr>
              <a:t>Processing</a:t>
            </a:r>
            <a:endParaRPr lang="en-US" sz="1400" b="1" dirty="0">
              <a:solidFill>
                <a:schemeClr val="tx2"/>
              </a:solidFill>
              <a:latin typeface="Segoe UI Semibold" panose="020B0702040204020203" pitchFamily="34" charset="0"/>
              <a:cs typeface="Segoe UI Semibold" panose="020B0702040204020203" pitchFamily="34" charset="0"/>
            </a:endParaRPr>
          </a:p>
        </p:txBody>
      </p:sp>
      <p:pic>
        <p:nvPicPr>
          <p:cNvPr id="11" name="Picture 10" descr="A picture containing text, map&#10;&#10;Description automatically generated">
            <a:extLst>
              <a:ext uri="{FF2B5EF4-FFF2-40B4-BE49-F238E27FC236}">
                <a16:creationId xmlns:a16="http://schemas.microsoft.com/office/drawing/2014/main" id="{45B7EB90-7CD5-4B67-B170-7D64F588980D}"/>
              </a:ext>
            </a:extLst>
          </p:cNvPr>
          <p:cNvPicPr>
            <a:picLocks noChangeAspect="1"/>
          </p:cNvPicPr>
          <p:nvPr/>
        </p:nvPicPr>
        <p:blipFill rotWithShape="1">
          <a:blip r:embed="rId9">
            <a:extLst>
              <a:ext uri="{BEBA8EAE-BF5A-486C-A8C5-ECC9F3942E4B}">
                <a14:imgProps xmlns:a14="http://schemas.microsoft.com/office/drawing/2010/main">
                  <a14:imgLayer r:embed="rId10">
                    <a14:imgEffect>
                      <a14:sharpenSoften amount="50000"/>
                    </a14:imgEffect>
                    <a14:imgEffect>
                      <a14:brightnessContrast contrast="-20000"/>
                    </a14:imgEffect>
                  </a14:imgLayer>
                </a14:imgProps>
              </a:ext>
              <a:ext uri="{28A0092B-C50C-407E-A947-70E740481C1C}">
                <a14:useLocalDpi xmlns:a14="http://schemas.microsoft.com/office/drawing/2010/main" val="0"/>
              </a:ext>
            </a:extLst>
          </a:blip>
          <a:srcRect l="19044" t="22463" r="13314" b="33661"/>
          <a:stretch/>
        </p:blipFill>
        <p:spPr>
          <a:xfrm>
            <a:off x="5800494" y="1720066"/>
            <a:ext cx="2161177" cy="821036"/>
          </a:xfrm>
          <a:prstGeom prst="rect">
            <a:avLst/>
          </a:prstGeom>
        </p:spPr>
      </p:pic>
      <p:sp>
        <p:nvSpPr>
          <p:cNvPr id="26" name="Rectangle: Rounded Corners 25">
            <a:extLst>
              <a:ext uri="{FF2B5EF4-FFF2-40B4-BE49-F238E27FC236}">
                <a16:creationId xmlns:a16="http://schemas.microsoft.com/office/drawing/2014/main" id="{E4B58A5D-A4F8-49ED-878F-702BFBE89133}"/>
              </a:ext>
            </a:extLst>
          </p:cNvPr>
          <p:cNvSpPr/>
          <p:nvPr/>
        </p:nvSpPr>
        <p:spPr>
          <a:xfrm>
            <a:off x="5410201" y="4487464"/>
            <a:ext cx="2724986" cy="1554480"/>
          </a:xfrm>
          <a:prstGeom prst="roundRect">
            <a:avLst/>
          </a:prstGeom>
          <a:solidFill>
            <a:srgbClr val="FFFFFF"/>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b"/>
          <a:lstStyle/>
          <a:p>
            <a:pPr algn="ctr"/>
            <a:r>
              <a:rPr lang="en-US" b="1" dirty="0">
                <a:solidFill>
                  <a:schemeClr val="tx2"/>
                </a:solidFill>
                <a:latin typeface="Segoe UI Semibold" panose="020B0702040204020203" pitchFamily="34" charset="0"/>
                <a:cs typeface="Segoe UI Semibold" panose="020B0702040204020203" pitchFamily="34" charset="0"/>
              </a:rPr>
              <a:t>Resource Management &amp; Control</a:t>
            </a:r>
          </a:p>
        </p:txBody>
      </p:sp>
      <p:grpSp>
        <p:nvGrpSpPr>
          <p:cNvPr id="62" name="Group 61">
            <a:extLst>
              <a:ext uri="{FF2B5EF4-FFF2-40B4-BE49-F238E27FC236}">
                <a16:creationId xmlns:a16="http://schemas.microsoft.com/office/drawing/2014/main" id="{838610FB-88C4-4E34-9CF1-6D8BD39758DE}"/>
              </a:ext>
            </a:extLst>
          </p:cNvPr>
          <p:cNvGrpSpPr/>
          <p:nvPr/>
        </p:nvGrpSpPr>
        <p:grpSpPr>
          <a:xfrm>
            <a:off x="6096000" y="4526175"/>
            <a:ext cx="1203727" cy="885867"/>
            <a:chOff x="2482619" y="5567437"/>
            <a:chExt cx="1278118" cy="940614"/>
          </a:xfrm>
        </p:grpSpPr>
        <p:grpSp>
          <p:nvGrpSpPr>
            <p:cNvPr id="52" name="Group 51">
              <a:extLst>
                <a:ext uri="{FF2B5EF4-FFF2-40B4-BE49-F238E27FC236}">
                  <a16:creationId xmlns:a16="http://schemas.microsoft.com/office/drawing/2014/main" id="{3FCB46B0-922A-4BF0-B0BA-067EA0981631}"/>
                </a:ext>
              </a:extLst>
            </p:cNvPr>
            <p:cNvGrpSpPr/>
            <p:nvPr/>
          </p:nvGrpSpPr>
          <p:grpSpPr>
            <a:xfrm>
              <a:off x="3096402" y="5696655"/>
              <a:ext cx="664335" cy="732280"/>
              <a:chOff x="883579" y="5703400"/>
              <a:chExt cx="609600" cy="671946"/>
            </a:xfrm>
          </p:grpSpPr>
          <p:sp>
            <p:nvSpPr>
              <p:cNvPr id="48" name="Freeform: Shape 47">
                <a:extLst>
                  <a:ext uri="{FF2B5EF4-FFF2-40B4-BE49-F238E27FC236}">
                    <a16:creationId xmlns:a16="http://schemas.microsoft.com/office/drawing/2014/main" id="{66BD2FB3-4463-434D-A374-614319FBBDA2}"/>
                  </a:ext>
                </a:extLst>
              </p:cNvPr>
              <p:cNvSpPr/>
              <p:nvPr/>
            </p:nvSpPr>
            <p:spPr>
              <a:xfrm>
                <a:off x="883579" y="6049764"/>
                <a:ext cx="609600" cy="152400"/>
              </a:xfrm>
              <a:custGeom>
                <a:avLst/>
                <a:gdLst>
                  <a:gd name="connsiteX0" fmla="*/ 575501 w 609600"/>
                  <a:gd name="connsiteY0" fmla="*/ 0 h 152400"/>
                  <a:gd name="connsiteX1" fmla="*/ 34100 w 609600"/>
                  <a:gd name="connsiteY1" fmla="*/ 0 h 152400"/>
                  <a:gd name="connsiteX2" fmla="*/ 0 w 609600"/>
                  <a:gd name="connsiteY2" fmla="*/ 34100 h 152400"/>
                  <a:gd name="connsiteX3" fmla="*/ 0 w 609600"/>
                  <a:gd name="connsiteY3" fmla="*/ 118300 h 152400"/>
                  <a:gd name="connsiteX4" fmla="*/ 34100 w 609600"/>
                  <a:gd name="connsiteY4" fmla="*/ 152400 h 152400"/>
                  <a:gd name="connsiteX5" fmla="*/ 575501 w 609600"/>
                  <a:gd name="connsiteY5" fmla="*/ 152400 h 152400"/>
                  <a:gd name="connsiteX6" fmla="*/ 609600 w 609600"/>
                  <a:gd name="connsiteY6" fmla="*/ 118300 h 152400"/>
                  <a:gd name="connsiteX7" fmla="*/ 609600 w 609600"/>
                  <a:gd name="connsiteY7" fmla="*/ 34100 h 152400"/>
                  <a:gd name="connsiteX8" fmla="*/ 575501 w 609600"/>
                  <a:gd name="connsiteY8" fmla="*/ 0 h 152400"/>
                  <a:gd name="connsiteX9" fmla="*/ 95250 w 609600"/>
                  <a:gd name="connsiteY9" fmla="*/ 95250 h 152400"/>
                  <a:gd name="connsiteX10" fmla="*/ 76200 w 609600"/>
                  <a:gd name="connsiteY10" fmla="*/ 76200 h 152400"/>
                  <a:gd name="connsiteX11" fmla="*/ 95250 w 609600"/>
                  <a:gd name="connsiteY11" fmla="*/ 57150 h 152400"/>
                  <a:gd name="connsiteX12" fmla="*/ 114300 w 609600"/>
                  <a:gd name="connsiteY12" fmla="*/ 76200 h 152400"/>
                  <a:gd name="connsiteX13" fmla="*/ 95250 w 609600"/>
                  <a:gd name="connsiteY13" fmla="*/ 95250 h 152400"/>
                  <a:gd name="connsiteX14" fmla="*/ 190500 w 609600"/>
                  <a:gd name="connsiteY14" fmla="*/ 95250 h 152400"/>
                  <a:gd name="connsiteX15" fmla="*/ 171450 w 609600"/>
                  <a:gd name="connsiteY15" fmla="*/ 76200 h 152400"/>
                  <a:gd name="connsiteX16" fmla="*/ 190500 w 609600"/>
                  <a:gd name="connsiteY16" fmla="*/ 57150 h 152400"/>
                  <a:gd name="connsiteX17" fmla="*/ 209550 w 609600"/>
                  <a:gd name="connsiteY17" fmla="*/ 76200 h 152400"/>
                  <a:gd name="connsiteX18" fmla="*/ 190500 w 609600"/>
                  <a:gd name="connsiteY18" fmla="*/ 95250 h 152400"/>
                  <a:gd name="connsiteX19" fmla="*/ 285750 w 609600"/>
                  <a:gd name="connsiteY19" fmla="*/ 95250 h 152400"/>
                  <a:gd name="connsiteX20" fmla="*/ 266700 w 609600"/>
                  <a:gd name="connsiteY20" fmla="*/ 76200 h 152400"/>
                  <a:gd name="connsiteX21" fmla="*/ 285750 w 609600"/>
                  <a:gd name="connsiteY21" fmla="*/ 57150 h 152400"/>
                  <a:gd name="connsiteX22" fmla="*/ 304800 w 609600"/>
                  <a:gd name="connsiteY22" fmla="*/ 76200 h 152400"/>
                  <a:gd name="connsiteX23" fmla="*/ 285750 w 609600"/>
                  <a:gd name="connsiteY23" fmla="*/ 9525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600" h="152400">
                    <a:moveTo>
                      <a:pt x="575501" y="0"/>
                    </a:moveTo>
                    <a:lnTo>
                      <a:pt x="34100" y="0"/>
                    </a:lnTo>
                    <a:cubicBezTo>
                      <a:pt x="15267" y="0"/>
                      <a:pt x="0" y="15267"/>
                      <a:pt x="0" y="34100"/>
                    </a:cubicBezTo>
                    <a:lnTo>
                      <a:pt x="0" y="118300"/>
                    </a:lnTo>
                    <a:cubicBezTo>
                      <a:pt x="0" y="137133"/>
                      <a:pt x="15267" y="152400"/>
                      <a:pt x="34100" y="152400"/>
                    </a:cubicBezTo>
                    <a:lnTo>
                      <a:pt x="575501" y="152400"/>
                    </a:lnTo>
                    <a:cubicBezTo>
                      <a:pt x="594333" y="152400"/>
                      <a:pt x="609600" y="137133"/>
                      <a:pt x="609600" y="118300"/>
                    </a:cubicBezTo>
                    <a:lnTo>
                      <a:pt x="609600" y="34100"/>
                    </a:lnTo>
                    <a:cubicBezTo>
                      <a:pt x="609600" y="15267"/>
                      <a:pt x="594333" y="0"/>
                      <a:pt x="575501" y="0"/>
                    </a:cubicBezTo>
                    <a:close/>
                    <a:moveTo>
                      <a:pt x="95250" y="95250"/>
                    </a:moveTo>
                    <a:cubicBezTo>
                      <a:pt x="84729" y="95250"/>
                      <a:pt x="76200" y="86721"/>
                      <a:pt x="76200" y="76200"/>
                    </a:cubicBezTo>
                    <a:cubicBezTo>
                      <a:pt x="76200" y="65679"/>
                      <a:pt x="84729" y="57150"/>
                      <a:pt x="95250" y="57150"/>
                    </a:cubicBezTo>
                    <a:cubicBezTo>
                      <a:pt x="105771" y="57150"/>
                      <a:pt x="114300" y="65679"/>
                      <a:pt x="114300" y="76200"/>
                    </a:cubicBezTo>
                    <a:cubicBezTo>
                      <a:pt x="114300" y="86721"/>
                      <a:pt x="105771" y="95250"/>
                      <a:pt x="95250" y="95250"/>
                    </a:cubicBezTo>
                    <a:close/>
                    <a:moveTo>
                      <a:pt x="190500" y="95250"/>
                    </a:moveTo>
                    <a:cubicBezTo>
                      <a:pt x="179979" y="95250"/>
                      <a:pt x="171450" y="86721"/>
                      <a:pt x="171450" y="76200"/>
                    </a:cubicBezTo>
                    <a:cubicBezTo>
                      <a:pt x="171450" y="65679"/>
                      <a:pt x="179979" y="57150"/>
                      <a:pt x="190500" y="57150"/>
                    </a:cubicBezTo>
                    <a:cubicBezTo>
                      <a:pt x="201021" y="57150"/>
                      <a:pt x="209550" y="65679"/>
                      <a:pt x="209550" y="76200"/>
                    </a:cubicBezTo>
                    <a:cubicBezTo>
                      <a:pt x="209550" y="86721"/>
                      <a:pt x="201021" y="95250"/>
                      <a:pt x="190500" y="95250"/>
                    </a:cubicBezTo>
                    <a:close/>
                    <a:moveTo>
                      <a:pt x="285750" y="95250"/>
                    </a:moveTo>
                    <a:cubicBezTo>
                      <a:pt x="275229" y="95250"/>
                      <a:pt x="266700" y="86721"/>
                      <a:pt x="266700" y="76200"/>
                    </a:cubicBezTo>
                    <a:cubicBezTo>
                      <a:pt x="266700" y="65679"/>
                      <a:pt x="275229" y="57150"/>
                      <a:pt x="285750" y="57150"/>
                    </a:cubicBezTo>
                    <a:cubicBezTo>
                      <a:pt x="296271" y="57150"/>
                      <a:pt x="304800" y="65679"/>
                      <a:pt x="304800" y="76200"/>
                    </a:cubicBezTo>
                    <a:cubicBezTo>
                      <a:pt x="304800" y="86721"/>
                      <a:pt x="296271" y="95250"/>
                      <a:pt x="285750" y="95250"/>
                    </a:cubicBezTo>
                    <a:close/>
                  </a:path>
                </a:pathLst>
              </a:custGeom>
              <a:solidFill>
                <a:schemeClr val="tx2"/>
              </a:solidFill>
              <a:ln w="9525" cap="flat">
                <a:noFill/>
                <a:prstDash val="solid"/>
                <a:miter/>
              </a:ln>
            </p:spPr>
            <p:txBody>
              <a:bodyPr rtlCol="0" anchor="ctr"/>
              <a:lstStyle/>
              <a:p>
                <a:endParaRPr lang="en-US" sz="2000" dirty="0"/>
              </a:p>
            </p:txBody>
          </p:sp>
          <p:sp>
            <p:nvSpPr>
              <p:cNvPr id="49" name="Freeform: Shape 48">
                <a:extLst>
                  <a:ext uri="{FF2B5EF4-FFF2-40B4-BE49-F238E27FC236}">
                    <a16:creationId xmlns:a16="http://schemas.microsoft.com/office/drawing/2014/main" id="{462B9D9A-E7B5-4417-8F90-0CDD3856DC00}"/>
                  </a:ext>
                </a:extLst>
              </p:cNvPr>
              <p:cNvSpPr/>
              <p:nvPr/>
            </p:nvSpPr>
            <p:spPr>
              <a:xfrm>
                <a:off x="883579" y="5876582"/>
                <a:ext cx="609600" cy="152400"/>
              </a:xfrm>
              <a:custGeom>
                <a:avLst/>
                <a:gdLst>
                  <a:gd name="connsiteX0" fmla="*/ 575501 w 609600"/>
                  <a:gd name="connsiteY0" fmla="*/ 0 h 152400"/>
                  <a:gd name="connsiteX1" fmla="*/ 34100 w 609600"/>
                  <a:gd name="connsiteY1" fmla="*/ 0 h 152400"/>
                  <a:gd name="connsiteX2" fmla="*/ 0 w 609600"/>
                  <a:gd name="connsiteY2" fmla="*/ 34100 h 152400"/>
                  <a:gd name="connsiteX3" fmla="*/ 0 w 609600"/>
                  <a:gd name="connsiteY3" fmla="*/ 118300 h 152400"/>
                  <a:gd name="connsiteX4" fmla="*/ 34100 w 609600"/>
                  <a:gd name="connsiteY4" fmla="*/ 152400 h 152400"/>
                  <a:gd name="connsiteX5" fmla="*/ 575501 w 609600"/>
                  <a:gd name="connsiteY5" fmla="*/ 152400 h 152400"/>
                  <a:gd name="connsiteX6" fmla="*/ 609600 w 609600"/>
                  <a:gd name="connsiteY6" fmla="*/ 118300 h 152400"/>
                  <a:gd name="connsiteX7" fmla="*/ 609600 w 609600"/>
                  <a:gd name="connsiteY7" fmla="*/ 34100 h 152400"/>
                  <a:gd name="connsiteX8" fmla="*/ 575501 w 609600"/>
                  <a:gd name="connsiteY8" fmla="*/ 0 h 152400"/>
                  <a:gd name="connsiteX9" fmla="*/ 95250 w 609600"/>
                  <a:gd name="connsiteY9" fmla="*/ 95250 h 152400"/>
                  <a:gd name="connsiteX10" fmla="*/ 76200 w 609600"/>
                  <a:gd name="connsiteY10" fmla="*/ 76200 h 152400"/>
                  <a:gd name="connsiteX11" fmla="*/ 95250 w 609600"/>
                  <a:gd name="connsiteY11" fmla="*/ 57150 h 152400"/>
                  <a:gd name="connsiteX12" fmla="*/ 114300 w 609600"/>
                  <a:gd name="connsiteY12" fmla="*/ 76200 h 152400"/>
                  <a:gd name="connsiteX13" fmla="*/ 95250 w 609600"/>
                  <a:gd name="connsiteY13" fmla="*/ 95250 h 152400"/>
                  <a:gd name="connsiteX14" fmla="*/ 190500 w 609600"/>
                  <a:gd name="connsiteY14" fmla="*/ 95250 h 152400"/>
                  <a:gd name="connsiteX15" fmla="*/ 171450 w 609600"/>
                  <a:gd name="connsiteY15" fmla="*/ 76200 h 152400"/>
                  <a:gd name="connsiteX16" fmla="*/ 190500 w 609600"/>
                  <a:gd name="connsiteY16" fmla="*/ 57150 h 152400"/>
                  <a:gd name="connsiteX17" fmla="*/ 209550 w 609600"/>
                  <a:gd name="connsiteY17" fmla="*/ 76200 h 152400"/>
                  <a:gd name="connsiteX18" fmla="*/ 190500 w 609600"/>
                  <a:gd name="connsiteY18" fmla="*/ 95250 h 152400"/>
                  <a:gd name="connsiteX19" fmla="*/ 285750 w 609600"/>
                  <a:gd name="connsiteY19" fmla="*/ 95250 h 152400"/>
                  <a:gd name="connsiteX20" fmla="*/ 266700 w 609600"/>
                  <a:gd name="connsiteY20" fmla="*/ 76200 h 152400"/>
                  <a:gd name="connsiteX21" fmla="*/ 285750 w 609600"/>
                  <a:gd name="connsiteY21" fmla="*/ 57150 h 152400"/>
                  <a:gd name="connsiteX22" fmla="*/ 304800 w 609600"/>
                  <a:gd name="connsiteY22" fmla="*/ 76200 h 152400"/>
                  <a:gd name="connsiteX23" fmla="*/ 285750 w 609600"/>
                  <a:gd name="connsiteY23" fmla="*/ 9525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600" h="152400">
                    <a:moveTo>
                      <a:pt x="575501" y="0"/>
                    </a:moveTo>
                    <a:lnTo>
                      <a:pt x="34100" y="0"/>
                    </a:lnTo>
                    <a:cubicBezTo>
                      <a:pt x="15267" y="0"/>
                      <a:pt x="0" y="15267"/>
                      <a:pt x="0" y="34100"/>
                    </a:cubicBezTo>
                    <a:lnTo>
                      <a:pt x="0" y="118300"/>
                    </a:lnTo>
                    <a:cubicBezTo>
                      <a:pt x="0" y="137133"/>
                      <a:pt x="15267" y="152400"/>
                      <a:pt x="34100" y="152400"/>
                    </a:cubicBezTo>
                    <a:lnTo>
                      <a:pt x="575501" y="152400"/>
                    </a:lnTo>
                    <a:cubicBezTo>
                      <a:pt x="594333" y="152400"/>
                      <a:pt x="609600" y="137133"/>
                      <a:pt x="609600" y="118300"/>
                    </a:cubicBezTo>
                    <a:lnTo>
                      <a:pt x="609600" y="34100"/>
                    </a:lnTo>
                    <a:cubicBezTo>
                      <a:pt x="609600" y="15267"/>
                      <a:pt x="594333" y="0"/>
                      <a:pt x="575501" y="0"/>
                    </a:cubicBezTo>
                    <a:close/>
                    <a:moveTo>
                      <a:pt x="95250" y="95250"/>
                    </a:moveTo>
                    <a:cubicBezTo>
                      <a:pt x="84729" y="95250"/>
                      <a:pt x="76200" y="86721"/>
                      <a:pt x="76200" y="76200"/>
                    </a:cubicBezTo>
                    <a:cubicBezTo>
                      <a:pt x="76200" y="65679"/>
                      <a:pt x="84729" y="57150"/>
                      <a:pt x="95250" y="57150"/>
                    </a:cubicBezTo>
                    <a:cubicBezTo>
                      <a:pt x="105771" y="57150"/>
                      <a:pt x="114300" y="65679"/>
                      <a:pt x="114300" y="76200"/>
                    </a:cubicBezTo>
                    <a:cubicBezTo>
                      <a:pt x="114300" y="86721"/>
                      <a:pt x="105771" y="95250"/>
                      <a:pt x="95250" y="95250"/>
                    </a:cubicBezTo>
                    <a:close/>
                    <a:moveTo>
                      <a:pt x="190500" y="95250"/>
                    </a:moveTo>
                    <a:cubicBezTo>
                      <a:pt x="179979" y="95250"/>
                      <a:pt x="171450" y="86721"/>
                      <a:pt x="171450" y="76200"/>
                    </a:cubicBezTo>
                    <a:cubicBezTo>
                      <a:pt x="171450" y="65679"/>
                      <a:pt x="179979" y="57150"/>
                      <a:pt x="190500" y="57150"/>
                    </a:cubicBezTo>
                    <a:cubicBezTo>
                      <a:pt x="201021" y="57150"/>
                      <a:pt x="209550" y="65679"/>
                      <a:pt x="209550" y="76200"/>
                    </a:cubicBezTo>
                    <a:cubicBezTo>
                      <a:pt x="209550" y="86721"/>
                      <a:pt x="201021" y="95250"/>
                      <a:pt x="190500" y="95250"/>
                    </a:cubicBezTo>
                    <a:close/>
                    <a:moveTo>
                      <a:pt x="285750" y="95250"/>
                    </a:moveTo>
                    <a:cubicBezTo>
                      <a:pt x="275229" y="95250"/>
                      <a:pt x="266700" y="86721"/>
                      <a:pt x="266700" y="76200"/>
                    </a:cubicBezTo>
                    <a:cubicBezTo>
                      <a:pt x="266700" y="65679"/>
                      <a:pt x="275229" y="57150"/>
                      <a:pt x="285750" y="57150"/>
                    </a:cubicBezTo>
                    <a:cubicBezTo>
                      <a:pt x="296271" y="57150"/>
                      <a:pt x="304800" y="65679"/>
                      <a:pt x="304800" y="76200"/>
                    </a:cubicBezTo>
                    <a:cubicBezTo>
                      <a:pt x="304800" y="86721"/>
                      <a:pt x="296271" y="95250"/>
                      <a:pt x="285750" y="95250"/>
                    </a:cubicBezTo>
                    <a:close/>
                  </a:path>
                </a:pathLst>
              </a:custGeom>
              <a:solidFill>
                <a:schemeClr val="tx2"/>
              </a:solidFill>
              <a:ln w="9525" cap="flat">
                <a:noFill/>
                <a:prstDash val="solid"/>
                <a:miter/>
              </a:ln>
            </p:spPr>
            <p:txBody>
              <a:bodyPr rtlCol="0" anchor="ctr"/>
              <a:lstStyle/>
              <a:p>
                <a:endParaRPr lang="en-US" sz="2000" dirty="0"/>
              </a:p>
            </p:txBody>
          </p:sp>
          <p:sp>
            <p:nvSpPr>
              <p:cNvPr id="50" name="Freeform: Shape 49">
                <a:extLst>
                  <a:ext uri="{FF2B5EF4-FFF2-40B4-BE49-F238E27FC236}">
                    <a16:creationId xmlns:a16="http://schemas.microsoft.com/office/drawing/2014/main" id="{4F95A3FB-56D6-4C14-964C-30BA3AFD0F02}"/>
                  </a:ext>
                </a:extLst>
              </p:cNvPr>
              <p:cNvSpPr/>
              <p:nvPr/>
            </p:nvSpPr>
            <p:spPr>
              <a:xfrm>
                <a:off x="883579" y="5703400"/>
                <a:ext cx="609600" cy="152400"/>
              </a:xfrm>
              <a:custGeom>
                <a:avLst/>
                <a:gdLst>
                  <a:gd name="connsiteX0" fmla="*/ 575501 w 609600"/>
                  <a:gd name="connsiteY0" fmla="*/ 0 h 152400"/>
                  <a:gd name="connsiteX1" fmla="*/ 34100 w 609600"/>
                  <a:gd name="connsiteY1" fmla="*/ 0 h 152400"/>
                  <a:gd name="connsiteX2" fmla="*/ 0 w 609600"/>
                  <a:gd name="connsiteY2" fmla="*/ 34100 h 152400"/>
                  <a:gd name="connsiteX3" fmla="*/ 0 w 609600"/>
                  <a:gd name="connsiteY3" fmla="*/ 118301 h 152400"/>
                  <a:gd name="connsiteX4" fmla="*/ 34100 w 609600"/>
                  <a:gd name="connsiteY4" fmla="*/ 152400 h 152400"/>
                  <a:gd name="connsiteX5" fmla="*/ 575501 w 609600"/>
                  <a:gd name="connsiteY5" fmla="*/ 152400 h 152400"/>
                  <a:gd name="connsiteX6" fmla="*/ 609600 w 609600"/>
                  <a:gd name="connsiteY6" fmla="*/ 118301 h 152400"/>
                  <a:gd name="connsiteX7" fmla="*/ 609600 w 609600"/>
                  <a:gd name="connsiteY7" fmla="*/ 34100 h 152400"/>
                  <a:gd name="connsiteX8" fmla="*/ 575501 w 609600"/>
                  <a:gd name="connsiteY8" fmla="*/ 0 h 152400"/>
                  <a:gd name="connsiteX9" fmla="*/ 95250 w 609600"/>
                  <a:gd name="connsiteY9" fmla="*/ 95250 h 152400"/>
                  <a:gd name="connsiteX10" fmla="*/ 76200 w 609600"/>
                  <a:gd name="connsiteY10" fmla="*/ 76200 h 152400"/>
                  <a:gd name="connsiteX11" fmla="*/ 95250 w 609600"/>
                  <a:gd name="connsiteY11" fmla="*/ 57150 h 152400"/>
                  <a:gd name="connsiteX12" fmla="*/ 114300 w 609600"/>
                  <a:gd name="connsiteY12" fmla="*/ 76200 h 152400"/>
                  <a:gd name="connsiteX13" fmla="*/ 95250 w 609600"/>
                  <a:gd name="connsiteY13" fmla="*/ 95250 h 152400"/>
                  <a:gd name="connsiteX14" fmla="*/ 190500 w 609600"/>
                  <a:gd name="connsiteY14" fmla="*/ 95250 h 152400"/>
                  <a:gd name="connsiteX15" fmla="*/ 171450 w 609600"/>
                  <a:gd name="connsiteY15" fmla="*/ 76200 h 152400"/>
                  <a:gd name="connsiteX16" fmla="*/ 190500 w 609600"/>
                  <a:gd name="connsiteY16" fmla="*/ 57150 h 152400"/>
                  <a:gd name="connsiteX17" fmla="*/ 209550 w 609600"/>
                  <a:gd name="connsiteY17" fmla="*/ 76200 h 152400"/>
                  <a:gd name="connsiteX18" fmla="*/ 190500 w 609600"/>
                  <a:gd name="connsiteY18" fmla="*/ 95250 h 152400"/>
                  <a:gd name="connsiteX19" fmla="*/ 285750 w 609600"/>
                  <a:gd name="connsiteY19" fmla="*/ 95250 h 152400"/>
                  <a:gd name="connsiteX20" fmla="*/ 266700 w 609600"/>
                  <a:gd name="connsiteY20" fmla="*/ 76200 h 152400"/>
                  <a:gd name="connsiteX21" fmla="*/ 285750 w 609600"/>
                  <a:gd name="connsiteY21" fmla="*/ 57150 h 152400"/>
                  <a:gd name="connsiteX22" fmla="*/ 304800 w 609600"/>
                  <a:gd name="connsiteY22" fmla="*/ 76200 h 152400"/>
                  <a:gd name="connsiteX23" fmla="*/ 285750 w 609600"/>
                  <a:gd name="connsiteY23" fmla="*/ 9525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600" h="152400">
                    <a:moveTo>
                      <a:pt x="575501" y="0"/>
                    </a:moveTo>
                    <a:lnTo>
                      <a:pt x="34100" y="0"/>
                    </a:lnTo>
                    <a:cubicBezTo>
                      <a:pt x="15267" y="0"/>
                      <a:pt x="0" y="15267"/>
                      <a:pt x="0" y="34100"/>
                    </a:cubicBezTo>
                    <a:lnTo>
                      <a:pt x="0" y="118301"/>
                    </a:lnTo>
                    <a:cubicBezTo>
                      <a:pt x="0" y="137133"/>
                      <a:pt x="15267" y="152400"/>
                      <a:pt x="34100" y="152400"/>
                    </a:cubicBezTo>
                    <a:lnTo>
                      <a:pt x="575501" y="152400"/>
                    </a:lnTo>
                    <a:cubicBezTo>
                      <a:pt x="594333" y="152400"/>
                      <a:pt x="609600" y="137133"/>
                      <a:pt x="609600" y="118301"/>
                    </a:cubicBezTo>
                    <a:lnTo>
                      <a:pt x="609600" y="34100"/>
                    </a:lnTo>
                    <a:cubicBezTo>
                      <a:pt x="609600" y="15267"/>
                      <a:pt x="594333" y="0"/>
                      <a:pt x="575501" y="0"/>
                    </a:cubicBezTo>
                    <a:close/>
                    <a:moveTo>
                      <a:pt x="95250" y="95250"/>
                    </a:moveTo>
                    <a:cubicBezTo>
                      <a:pt x="84729" y="95250"/>
                      <a:pt x="76200" y="86721"/>
                      <a:pt x="76200" y="76200"/>
                    </a:cubicBezTo>
                    <a:cubicBezTo>
                      <a:pt x="76200" y="65679"/>
                      <a:pt x="84729" y="57150"/>
                      <a:pt x="95250" y="57150"/>
                    </a:cubicBezTo>
                    <a:cubicBezTo>
                      <a:pt x="105771" y="57150"/>
                      <a:pt x="114300" y="65679"/>
                      <a:pt x="114300" y="76200"/>
                    </a:cubicBezTo>
                    <a:cubicBezTo>
                      <a:pt x="114300" y="86721"/>
                      <a:pt x="105771" y="95250"/>
                      <a:pt x="95250" y="95250"/>
                    </a:cubicBezTo>
                    <a:close/>
                    <a:moveTo>
                      <a:pt x="190500" y="95250"/>
                    </a:moveTo>
                    <a:cubicBezTo>
                      <a:pt x="179979" y="95250"/>
                      <a:pt x="171450" y="86721"/>
                      <a:pt x="171450" y="76200"/>
                    </a:cubicBezTo>
                    <a:cubicBezTo>
                      <a:pt x="171450" y="65679"/>
                      <a:pt x="179979" y="57150"/>
                      <a:pt x="190500" y="57150"/>
                    </a:cubicBezTo>
                    <a:cubicBezTo>
                      <a:pt x="201021" y="57150"/>
                      <a:pt x="209550" y="65679"/>
                      <a:pt x="209550" y="76200"/>
                    </a:cubicBezTo>
                    <a:cubicBezTo>
                      <a:pt x="209550" y="86721"/>
                      <a:pt x="201021" y="95250"/>
                      <a:pt x="190500" y="95250"/>
                    </a:cubicBezTo>
                    <a:close/>
                    <a:moveTo>
                      <a:pt x="285750" y="95250"/>
                    </a:moveTo>
                    <a:cubicBezTo>
                      <a:pt x="275229" y="95250"/>
                      <a:pt x="266700" y="86721"/>
                      <a:pt x="266700" y="76200"/>
                    </a:cubicBezTo>
                    <a:cubicBezTo>
                      <a:pt x="266700" y="65679"/>
                      <a:pt x="275229" y="57150"/>
                      <a:pt x="285750" y="57150"/>
                    </a:cubicBezTo>
                    <a:cubicBezTo>
                      <a:pt x="296271" y="57150"/>
                      <a:pt x="304800" y="65679"/>
                      <a:pt x="304800" y="76200"/>
                    </a:cubicBezTo>
                    <a:cubicBezTo>
                      <a:pt x="304800" y="86721"/>
                      <a:pt x="296271" y="95250"/>
                      <a:pt x="285750" y="95250"/>
                    </a:cubicBezTo>
                    <a:close/>
                  </a:path>
                </a:pathLst>
              </a:custGeom>
              <a:solidFill>
                <a:schemeClr val="tx2"/>
              </a:solidFill>
              <a:ln w="9525" cap="flat">
                <a:noFill/>
                <a:prstDash val="solid"/>
                <a:miter/>
              </a:ln>
            </p:spPr>
            <p:txBody>
              <a:bodyPr rtlCol="0" anchor="ctr"/>
              <a:lstStyle/>
              <a:p>
                <a:endParaRPr lang="en-US" sz="2000" dirty="0"/>
              </a:p>
            </p:txBody>
          </p:sp>
          <p:sp>
            <p:nvSpPr>
              <p:cNvPr id="51" name="Freeform: Shape 50">
                <a:extLst>
                  <a:ext uri="{FF2B5EF4-FFF2-40B4-BE49-F238E27FC236}">
                    <a16:creationId xmlns:a16="http://schemas.microsoft.com/office/drawing/2014/main" id="{AC91CC78-49EF-4CEC-8CB1-6764B5FEFA1C}"/>
                  </a:ext>
                </a:extLst>
              </p:cNvPr>
              <p:cNvSpPr/>
              <p:nvPr/>
            </p:nvSpPr>
            <p:spPr>
              <a:xfrm>
                <a:off x="883579" y="6222946"/>
                <a:ext cx="609600" cy="152400"/>
              </a:xfrm>
              <a:custGeom>
                <a:avLst/>
                <a:gdLst>
                  <a:gd name="connsiteX0" fmla="*/ 575501 w 609600"/>
                  <a:gd name="connsiteY0" fmla="*/ 0 h 152400"/>
                  <a:gd name="connsiteX1" fmla="*/ 34100 w 609600"/>
                  <a:gd name="connsiteY1" fmla="*/ 0 h 152400"/>
                  <a:gd name="connsiteX2" fmla="*/ 0 w 609600"/>
                  <a:gd name="connsiteY2" fmla="*/ 34100 h 152400"/>
                  <a:gd name="connsiteX3" fmla="*/ 0 w 609600"/>
                  <a:gd name="connsiteY3" fmla="*/ 118301 h 152400"/>
                  <a:gd name="connsiteX4" fmla="*/ 34100 w 609600"/>
                  <a:gd name="connsiteY4" fmla="*/ 152400 h 152400"/>
                  <a:gd name="connsiteX5" fmla="*/ 575501 w 609600"/>
                  <a:gd name="connsiteY5" fmla="*/ 152400 h 152400"/>
                  <a:gd name="connsiteX6" fmla="*/ 609600 w 609600"/>
                  <a:gd name="connsiteY6" fmla="*/ 118301 h 152400"/>
                  <a:gd name="connsiteX7" fmla="*/ 609600 w 609600"/>
                  <a:gd name="connsiteY7" fmla="*/ 34100 h 152400"/>
                  <a:gd name="connsiteX8" fmla="*/ 575501 w 609600"/>
                  <a:gd name="connsiteY8" fmla="*/ 0 h 152400"/>
                  <a:gd name="connsiteX9" fmla="*/ 95250 w 609600"/>
                  <a:gd name="connsiteY9" fmla="*/ 95250 h 152400"/>
                  <a:gd name="connsiteX10" fmla="*/ 76200 w 609600"/>
                  <a:gd name="connsiteY10" fmla="*/ 76200 h 152400"/>
                  <a:gd name="connsiteX11" fmla="*/ 95250 w 609600"/>
                  <a:gd name="connsiteY11" fmla="*/ 57150 h 152400"/>
                  <a:gd name="connsiteX12" fmla="*/ 114300 w 609600"/>
                  <a:gd name="connsiteY12" fmla="*/ 76200 h 152400"/>
                  <a:gd name="connsiteX13" fmla="*/ 95250 w 609600"/>
                  <a:gd name="connsiteY13" fmla="*/ 95250 h 152400"/>
                  <a:gd name="connsiteX14" fmla="*/ 190500 w 609600"/>
                  <a:gd name="connsiteY14" fmla="*/ 95250 h 152400"/>
                  <a:gd name="connsiteX15" fmla="*/ 171450 w 609600"/>
                  <a:gd name="connsiteY15" fmla="*/ 76200 h 152400"/>
                  <a:gd name="connsiteX16" fmla="*/ 190500 w 609600"/>
                  <a:gd name="connsiteY16" fmla="*/ 57150 h 152400"/>
                  <a:gd name="connsiteX17" fmla="*/ 209550 w 609600"/>
                  <a:gd name="connsiteY17" fmla="*/ 76200 h 152400"/>
                  <a:gd name="connsiteX18" fmla="*/ 190500 w 609600"/>
                  <a:gd name="connsiteY18" fmla="*/ 95250 h 152400"/>
                  <a:gd name="connsiteX19" fmla="*/ 285750 w 609600"/>
                  <a:gd name="connsiteY19" fmla="*/ 95250 h 152400"/>
                  <a:gd name="connsiteX20" fmla="*/ 266700 w 609600"/>
                  <a:gd name="connsiteY20" fmla="*/ 76200 h 152400"/>
                  <a:gd name="connsiteX21" fmla="*/ 285750 w 609600"/>
                  <a:gd name="connsiteY21" fmla="*/ 57150 h 152400"/>
                  <a:gd name="connsiteX22" fmla="*/ 304800 w 609600"/>
                  <a:gd name="connsiteY22" fmla="*/ 76200 h 152400"/>
                  <a:gd name="connsiteX23" fmla="*/ 285750 w 609600"/>
                  <a:gd name="connsiteY23" fmla="*/ 9525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9600" h="152400">
                    <a:moveTo>
                      <a:pt x="575501" y="0"/>
                    </a:moveTo>
                    <a:lnTo>
                      <a:pt x="34100" y="0"/>
                    </a:lnTo>
                    <a:cubicBezTo>
                      <a:pt x="15267" y="0"/>
                      <a:pt x="0" y="15267"/>
                      <a:pt x="0" y="34100"/>
                    </a:cubicBezTo>
                    <a:lnTo>
                      <a:pt x="0" y="118301"/>
                    </a:lnTo>
                    <a:cubicBezTo>
                      <a:pt x="0" y="137133"/>
                      <a:pt x="15267" y="152400"/>
                      <a:pt x="34100" y="152400"/>
                    </a:cubicBezTo>
                    <a:lnTo>
                      <a:pt x="575501" y="152400"/>
                    </a:lnTo>
                    <a:cubicBezTo>
                      <a:pt x="594333" y="152400"/>
                      <a:pt x="609600" y="137133"/>
                      <a:pt x="609600" y="118301"/>
                    </a:cubicBezTo>
                    <a:lnTo>
                      <a:pt x="609600" y="34100"/>
                    </a:lnTo>
                    <a:cubicBezTo>
                      <a:pt x="609600" y="15267"/>
                      <a:pt x="594333" y="0"/>
                      <a:pt x="575501" y="0"/>
                    </a:cubicBezTo>
                    <a:close/>
                    <a:moveTo>
                      <a:pt x="95250" y="95250"/>
                    </a:moveTo>
                    <a:cubicBezTo>
                      <a:pt x="84729" y="95250"/>
                      <a:pt x="76200" y="86721"/>
                      <a:pt x="76200" y="76200"/>
                    </a:cubicBezTo>
                    <a:cubicBezTo>
                      <a:pt x="76200" y="65679"/>
                      <a:pt x="84729" y="57150"/>
                      <a:pt x="95250" y="57150"/>
                    </a:cubicBezTo>
                    <a:cubicBezTo>
                      <a:pt x="105771" y="57150"/>
                      <a:pt x="114300" y="65679"/>
                      <a:pt x="114300" y="76200"/>
                    </a:cubicBezTo>
                    <a:cubicBezTo>
                      <a:pt x="114300" y="86721"/>
                      <a:pt x="105771" y="95250"/>
                      <a:pt x="95250" y="95250"/>
                    </a:cubicBezTo>
                    <a:close/>
                    <a:moveTo>
                      <a:pt x="190500" y="95250"/>
                    </a:moveTo>
                    <a:cubicBezTo>
                      <a:pt x="179979" y="95250"/>
                      <a:pt x="171450" y="86721"/>
                      <a:pt x="171450" y="76200"/>
                    </a:cubicBezTo>
                    <a:cubicBezTo>
                      <a:pt x="171450" y="65679"/>
                      <a:pt x="179979" y="57150"/>
                      <a:pt x="190500" y="57150"/>
                    </a:cubicBezTo>
                    <a:cubicBezTo>
                      <a:pt x="201021" y="57150"/>
                      <a:pt x="209550" y="65679"/>
                      <a:pt x="209550" y="76200"/>
                    </a:cubicBezTo>
                    <a:cubicBezTo>
                      <a:pt x="209550" y="86721"/>
                      <a:pt x="201021" y="95250"/>
                      <a:pt x="190500" y="95250"/>
                    </a:cubicBezTo>
                    <a:close/>
                    <a:moveTo>
                      <a:pt x="285750" y="95250"/>
                    </a:moveTo>
                    <a:cubicBezTo>
                      <a:pt x="275229" y="95250"/>
                      <a:pt x="266700" y="86721"/>
                      <a:pt x="266700" y="76200"/>
                    </a:cubicBezTo>
                    <a:cubicBezTo>
                      <a:pt x="266700" y="65679"/>
                      <a:pt x="275229" y="57150"/>
                      <a:pt x="285750" y="57150"/>
                    </a:cubicBezTo>
                    <a:cubicBezTo>
                      <a:pt x="296271" y="57150"/>
                      <a:pt x="304800" y="65679"/>
                      <a:pt x="304800" y="76200"/>
                    </a:cubicBezTo>
                    <a:cubicBezTo>
                      <a:pt x="304800" y="86721"/>
                      <a:pt x="296271" y="95250"/>
                      <a:pt x="285750" y="95250"/>
                    </a:cubicBezTo>
                    <a:close/>
                  </a:path>
                </a:pathLst>
              </a:custGeom>
              <a:solidFill>
                <a:schemeClr val="tx2"/>
              </a:solidFill>
              <a:ln w="9525" cap="flat">
                <a:noFill/>
                <a:prstDash val="solid"/>
                <a:miter/>
              </a:ln>
            </p:spPr>
            <p:txBody>
              <a:bodyPr rtlCol="0" anchor="ctr"/>
              <a:lstStyle/>
              <a:p>
                <a:endParaRPr lang="en-US" sz="2000" dirty="0"/>
              </a:p>
            </p:txBody>
          </p:sp>
        </p:grpSp>
        <p:pic>
          <p:nvPicPr>
            <p:cNvPr id="56" name="Graphic 55" descr="Stopwatch">
              <a:extLst>
                <a:ext uri="{FF2B5EF4-FFF2-40B4-BE49-F238E27FC236}">
                  <a16:creationId xmlns:a16="http://schemas.microsoft.com/office/drawing/2014/main" id="{FB349822-C224-42B2-A178-ECB86D2EF8B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482619" y="5567437"/>
              <a:ext cx="940614" cy="940614"/>
            </a:xfrm>
            <a:prstGeom prst="rect">
              <a:avLst/>
            </a:prstGeom>
          </p:spPr>
        </p:pic>
      </p:grpSp>
      <p:sp>
        <p:nvSpPr>
          <p:cNvPr id="47" name="Rectangle 46">
            <a:extLst>
              <a:ext uri="{FF2B5EF4-FFF2-40B4-BE49-F238E27FC236}">
                <a16:creationId xmlns:a16="http://schemas.microsoft.com/office/drawing/2014/main" id="{A82E577C-D1BD-41E2-B078-07D6E7E955AA}"/>
              </a:ext>
            </a:extLst>
          </p:cNvPr>
          <p:cNvSpPr/>
          <p:nvPr/>
        </p:nvSpPr>
        <p:spPr>
          <a:xfrm>
            <a:off x="8568239" y="4267200"/>
            <a:ext cx="1642561" cy="646331"/>
          </a:xfrm>
          <a:prstGeom prst="rect">
            <a:avLst/>
          </a:prstGeom>
        </p:spPr>
        <p:txBody>
          <a:bodyPr wrap="square">
            <a:spAutoFit/>
          </a:bodyPr>
          <a:lstStyle/>
          <a:p>
            <a:pPr algn="ctr"/>
            <a:r>
              <a:rPr lang="en-US" b="1" dirty="0">
                <a:solidFill>
                  <a:schemeClr val="tx2"/>
                </a:solidFill>
                <a:latin typeface="Segoe UI Semibold" panose="020B0702040204020203" pitchFamily="34" charset="0"/>
                <a:cs typeface="Segoe UI Semibold" panose="020B0702040204020203" pitchFamily="34" charset="0"/>
              </a:rPr>
              <a:t>Sensor Fusion &amp; Tracking</a:t>
            </a:r>
          </a:p>
        </p:txBody>
      </p:sp>
      <p:sp>
        <p:nvSpPr>
          <p:cNvPr id="53" name="Rectangle 52">
            <a:extLst>
              <a:ext uri="{FF2B5EF4-FFF2-40B4-BE49-F238E27FC236}">
                <a16:creationId xmlns:a16="http://schemas.microsoft.com/office/drawing/2014/main" id="{E3746A7D-29E7-4D8A-B57F-A571F3A76884}"/>
              </a:ext>
            </a:extLst>
          </p:cNvPr>
          <p:cNvSpPr/>
          <p:nvPr/>
        </p:nvSpPr>
        <p:spPr>
          <a:xfrm>
            <a:off x="10237204" y="4385846"/>
            <a:ext cx="1642560" cy="369332"/>
          </a:xfrm>
          <a:prstGeom prst="rect">
            <a:avLst/>
          </a:prstGeom>
        </p:spPr>
        <p:txBody>
          <a:bodyPr wrap="square">
            <a:spAutoFit/>
          </a:bodyPr>
          <a:lstStyle/>
          <a:p>
            <a:pPr algn="ctr"/>
            <a:r>
              <a:rPr lang="en-US" b="1" dirty="0">
                <a:solidFill>
                  <a:schemeClr val="tx2"/>
                </a:solidFill>
                <a:latin typeface="Segoe UI Semibold" panose="020B0702040204020203" pitchFamily="34" charset="0"/>
                <a:cs typeface="Segoe UI Semibold" panose="020B0702040204020203" pitchFamily="34" charset="0"/>
              </a:rPr>
              <a:t>Classification</a:t>
            </a:r>
          </a:p>
        </p:txBody>
      </p:sp>
      <p:pic>
        <p:nvPicPr>
          <p:cNvPr id="58" name="Picture 57" descr="A picture containing monitor&#10;&#10;Description automatically generated">
            <a:extLst>
              <a:ext uri="{FF2B5EF4-FFF2-40B4-BE49-F238E27FC236}">
                <a16:creationId xmlns:a16="http://schemas.microsoft.com/office/drawing/2014/main" id="{88D0C85F-5BCF-4308-9955-B1CF5FE542E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0537937" y="3451029"/>
            <a:ext cx="1068648" cy="904564"/>
          </a:xfrm>
          <a:prstGeom prst="rect">
            <a:avLst/>
          </a:prstGeom>
        </p:spPr>
      </p:pic>
      <p:sp>
        <p:nvSpPr>
          <p:cNvPr id="54" name="Rectangle 53">
            <a:extLst>
              <a:ext uri="{FF2B5EF4-FFF2-40B4-BE49-F238E27FC236}">
                <a16:creationId xmlns:a16="http://schemas.microsoft.com/office/drawing/2014/main" id="{015F65E2-701A-4E42-99A5-AF837BEE1389}"/>
              </a:ext>
            </a:extLst>
          </p:cNvPr>
          <p:cNvSpPr/>
          <p:nvPr/>
        </p:nvSpPr>
        <p:spPr>
          <a:xfrm>
            <a:off x="9132076" y="3101115"/>
            <a:ext cx="2056399" cy="369332"/>
          </a:xfrm>
          <a:prstGeom prst="rect">
            <a:avLst/>
          </a:prstGeom>
        </p:spPr>
        <p:txBody>
          <a:bodyPr wrap="square">
            <a:spAutoFit/>
          </a:bodyPr>
          <a:lstStyle/>
          <a:p>
            <a:pPr algn="ctr"/>
            <a:r>
              <a:rPr lang="en-US" dirty="0">
                <a:solidFill>
                  <a:schemeClr val="tx2"/>
                </a:solidFill>
                <a:latin typeface="Segoe UI Semibold" panose="020B0702040204020203" pitchFamily="34" charset="0"/>
                <a:cs typeface="Segoe UI Semibold" panose="020B0702040204020203" pitchFamily="34" charset="0"/>
              </a:rPr>
              <a:t>Data Processing</a:t>
            </a:r>
            <a:endParaRPr lang="en-US" b="1" dirty="0">
              <a:solidFill>
                <a:schemeClr val="tx2"/>
              </a:solidFill>
              <a:latin typeface="Segoe UI Semibold" panose="020B0702040204020203" pitchFamily="34" charset="0"/>
              <a:cs typeface="Segoe UI Semibold" panose="020B0702040204020203" pitchFamily="34" charset="0"/>
            </a:endParaRPr>
          </a:p>
        </p:txBody>
      </p:sp>
      <p:sp>
        <p:nvSpPr>
          <p:cNvPr id="5" name="Title 4">
            <a:extLst>
              <a:ext uri="{FF2B5EF4-FFF2-40B4-BE49-F238E27FC236}">
                <a16:creationId xmlns:a16="http://schemas.microsoft.com/office/drawing/2014/main" id="{8657D9DD-858A-933E-C884-57805D4434BC}"/>
              </a:ext>
            </a:extLst>
          </p:cNvPr>
          <p:cNvSpPr>
            <a:spLocks noGrp="1"/>
          </p:cNvSpPr>
          <p:nvPr>
            <p:ph type="title"/>
          </p:nvPr>
        </p:nvSpPr>
        <p:spPr/>
        <p:txBody>
          <a:bodyPr/>
          <a:lstStyle/>
          <a:p>
            <a:r>
              <a:rPr lang="en-US" dirty="0"/>
              <a:t>Electromagnetic Spectrum Operations Systems Domains</a:t>
            </a:r>
          </a:p>
        </p:txBody>
      </p:sp>
    </p:spTree>
    <p:extLst>
      <p:ext uri="{BB962C8B-B14F-4D97-AF65-F5344CB8AC3E}">
        <p14:creationId xmlns:p14="http://schemas.microsoft.com/office/powerpoint/2010/main" val="1716774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7E24C919-D735-4A27-84FB-8C19E68CCB12}"/>
              </a:ext>
            </a:extLst>
          </p:cNvPr>
          <p:cNvSpPr txBox="1"/>
          <p:nvPr/>
        </p:nvSpPr>
        <p:spPr>
          <a:xfrm>
            <a:off x="349908" y="2002109"/>
            <a:ext cx="1755641" cy="276999"/>
          </a:xfrm>
          <a:prstGeom prst="rect">
            <a:avLst/>
          </a:prstGeom>
          <a:noFill/>
        </p:spPr>
        <p:txBody>
          <a:bodyPr wrap="square" rtlCol="0">
            <a:spAutoFit/>
          </a:bodyPr>
          <a:lstStyle/>
          <a:p>
            <a:r>
              <a:rPr lang="en-US" sz="1200" dirty="0">
                <a:latin typeface="Arial" pitchFamily="34" charset="0"/>
                <a:cs typeface="Arial" pitchFamily="34" charset="0"/>
              </a:rPr>
              <a:t>System Requirements</a:t>
            </a:r>
          </a:p>
        </p:txBody>
      </p:sp>
      <p:sp>
        <p:nvSpPr>
          <p:cNvPr id="10" name="TextBox 9">
            <a:extLst>
              <a:ext uri="{FF2B5EF4-FFF2-40B4-BE49-F238E27FC236}">
                <a16:creationId xmlns:a16="http://schemas.microsoft.com/office/drawing/2014/main" id="{21FABB07-C96A-4F4C-A237-2C1DDE99E996}"/>
              </a:ext>
            </a:extLst>
          </p:cNvPr>
          <p:cNvSpPr txBox="1"/>
          <p:nvPr/>
        </p:nvSpPr>
        <p:spPr>
          <a:xfrm>
            <a:off x="2242764" y="1913435"/>
            <a:ext cx="1755641" cy="461665"/>
          </a:xfrm>
          <a:prstGeom prst="rect">
            <a:avLst/>
          </a:prstGeom>
          <a:noFill/>
        </p:spPr>
        <p:txBody>
          <a:bodyPr wrap="square" rtlCol="0">
            <a:spAutoFit/>
          </a:bodyPr>
          <a:lstStyle/>
          <a:p>
            <a:pPr algn="ctr"/>
            <a:r>
              <a:rPr lang="en-US" sz="1200" dirty="0">
                <a:latin typeface="Arial" pitchFamily="34" charset="0"/>
                <a:cs typeface="Arial" pitchFamily="34" charset="0"/>
              </a:rPr>
              <a:t>System Functionality and Architecture</a:t>
            </a:r>
          </a:p>
        </p:txBody>
      </p:sp>
      <p:sp>
        <p:nvSpPr>
          <p:cNvPr id="11" name="TextBox 10">
            <a:extLst>
              <a:ext uri="{FF2B5EF4-FFF2-40B4-BE49-F238E27FC236}">
                <a16:creationId xmlns:a16="http://schemas.microsoft.com/office/drawing/2014/main" id="{B705E41C-4742-4E0D-B910-9265A9F526DE}"/>
              </a:ext>
            </a:extLst>
          </p:cNvPr>
          <p:cNvSpPr txBox="1"/>
          <p:nvPr/>
        </p:nvSpPr>
        <p:spPr>
          <a:xfrm>
            <a:off x="4119242" y="2024955"/>
            <a:ext cx="1755641" cy="276999"/>
          </a:xfrm>
          <a:prstGeom prst="rect">
            <a:avLst/>
          </a:prstGeom>
          <a:noFill/>
        </p:spPr>
        <p:txBody>
          <a:bodyPr wrap="square" rtlCol="0">
            <a:spAutoFit/>
          </a:bodyPr>
          <a:lstStyle/>
          <a:p>
            <a:pPr algn="ctr"/>
            <a:r>
              <a:rPr lang="en-US" sz="1200" dirty="0">
                <a:latin typeface="Arial" pitchFamily="34" charset="0"/>
                <a:cs typeface="Arial" pitchFamily="34" charset="0"/>
              </a:rPr>
              <a:t>Subsystem Design</a:t>
            </a:r>
          </a:p>
        </p:txBody>
      </p:sp>
      <p:sp>
        <p:nvSpPr>
          <p:cNvPr id="12" name="TextBox 11">
            <a:extLst>
              <a:ext uri="{FF2B5EF4-FFF2-40B4-BE49-F238E27FC236}">
                <a16:creationId xmlns:a16="http://schemas.microsoft.com/office/drawing/2014/main" id="{0BF59CE8-0707-4D7F-B374-604F649365A8}"/>
              </a:ext>
            </a:extLst>
          </p:cNvPr>
          <p:cNvSpPr txBox="1"/>
          <p:nvPr/>
        </p:nvSpPr>
        <p:spPr>
          <a:xfrm>
            <a:off x="5976933" y="1905000"/>
            <a:ext cx="1755641" cy="461665"/>
          </a:xfrm>
          <a:prstGeom prst="rect">
            <a:avLst/>
          </a:prstGeom>
          <a:noFill/>
        </p:spPr>
        <p:txBody>
          <a:bodyPr wrap="square" rtlCol="0">
            <a:spAutoFit/>
          </a:bodyPr>
          <a:lstStyle/>
          <a:p>
            <a:pPr algn="ctr"/>
            <a:r>
              <a:rPr lang="en-US" sz="1200" dirty="0">
                <a:latin typeface="Arial" pitchFamily="34" charset="0"/>
                <a:cs typeface="Arial" pitchFamily="34" charset="0"/>
              </a:rPr>
              <a:t>Subsystem Implementation</a:t>
            </a:r>
          </a:p>
        </p:txBody>
      </p:sp>
      <p:sp>
        <p:nvSpPr>
          <p:cNvPr id="13" name="TextBox 12">
            <a:extLst>
              <a:ext uri="{FF2B5EF4-FFF2-40B4-BE49-F238E27FC236}">
                <a16:creationId xmlns:a16="http://schemas.microsoft.com/office/drawing/2014/main" id="{B777D30C-A9B0-4064-AED2-776F0D7FC109}"/>
              </a:ext>
            </a:extLst>
          </p:cNvPr>
          <p:cNvSpPr txBox="1"/>
          <p:nvPr/>
        </p:nvSpPr>
        <p:spPr>
          <a:xfrm>
            <a:off x="8010682" y="1933919"/>
            <a:ext cx="1755641" cy="461665"/>
          </a:xfrm>
          <a:prstGeom prst="rect">
            <a:avLst/>
          </a:prstGeom>
          <a:noFill/>
        </p:spPr>
        <p:txBody>
          <a:bodyPr wrap="square" rtlCol="0">
            <a:spAutoFit/>
          </a:bodyPr>
          <a:lstStyle/>
          <a:p>
            <a:pPr algn="ctr"/>
            <a:r>
              <a:rPr lang="en-US" sz="1200" dirty="0">
                <a:latin typeface="Arial" pitchFamily="34" charset="0"/>
                <a:cs typeface="Arial" pitchFamily="34" charset="0"/>
              </a:rPr>
              <a:t>System Integration and Test</a:t>
            </a:r>
          </a:p>
        </p:txBody>
      </p:sp>
      <p:pic>
        <p:nvPicPr>
          <p:cNvPr id="69" name="Picture 68">
            <a:extLst>
              <a:ext uri="{FF2B5EF4-FFF2-40B4-BE49-F238E27FC236}">
                <a16:creationId xmlns:a16="http://schemas.microsoft.com/office/drawing/2014/main" id="{BE972A94-FC12-48C4-9810-6F5FE850A9B6}"/>
              </a:ext>
            </a:extLst>
          </p:cNvPr>
          <p:cNvPicPr>
            <a:picLocks noChangeAspect="1"/>
          </p:cNvPicPr>
          <p:nvPr/>
        </p:nvPicPr>
        <p:blipFill>
          <a:blip r:embed="rId3"/>
          <a:stretch>
            <a:fillRect/>
          </a:stretch>
        </p:blipFill>
        <p:spPr>
          <a:xfrm>
            <a:off x="7962646" y="4004576"/>
            <a:ext cx="1851714" cy="948424"/>
          </a:xfrm>
          <a:prstGeom prst="rect">
            <a:avLst/>
          </a:prstGeom>
        </p:spPr>
      </p:pic>
      <p:grpSp>
        <p:nvGrpSpPr>
          <p:cNvPr id="70" name="Group 69">
            <a:extLst>
              <a:ext uri="{FF2B5EF4-FFF2-40B4-BE49-F238E27FC236}">
                <a16:creationId xmlns:a16="http://schemas.microsoft.com/office/drawing/2014/main" id="{6C43E555-0771-4D3B-802A-F864624C9A7E}"/>
              </a:ext>
            </a:extLst>
          </p:cNvPr>
          <p:cNvGrpSpPr/>
          <p:nvPr/>
        </p:nvGrpSpPr>
        <p:grpSpPr>
          <a:xfrm>
            <a:off x="10135228" y="1637591"/>
            <a:ext cx="1747739" cy="3706150"/>
            <a:chOff x="9083745" y="-3628358"/>
            <a:chExt cx="1747739" cy="3706150"/>
          </a:xfrm>
        </p:grpSpPr>
        <p:sp>
          <p:nvSpPr>
            <p:cNvPr id="71" name="AutoShape 19">
              <a:extLst>
                <a:ext uri="{FF2B5EF4-FFF2-40B4-BE49-F238E27FC236}">
                  <a16:creationId xmlns:a16="http://schemas.microsoft.com/office/drawing/2014/main" id="{F4064375-755C-45F7-A3C4-FD105587AF29}"/>
                </a:ext>
              </a:extLst>
            </p:cNvPr>
            <p:cNvSpPr>
              <a:spLocks noChangeArrowheads="1"/>
            </p:cNvSpPr>
            <p:nvPr/>
          </p:nvSpPr>
          <p:spPr bwMode="auto">
            <a:xfrm>
              <a:off x="9083745" y="-2986539"/>
              <a:ext cx="1747739" cy="3064331"/>
            </a:xfrm>
            <a:prstGeom prst="roundRect">
              <a:avLst/>
            </a:prstGeom>
            <a:noFill/>
            <a:ln w="19050" cap="flat" cmpd="sng" algn="ctr">
              <a:solidFill>
                <a:schemeClr val="tx1"/>
              </a:solidFill>
              <a:prstDash val="solid"/>
              <a:round/>
              <a:headEnd type="none" w="med" len="med"/>
              <a:tailEnd type="none" w="med" len="med"/>
            </a:ln>
            <a:effectLst>
              <a:innerShdw>
                <a:prstClr val="black"/>
              </a:innerShdw>
            </a:effectLst>
          </p:spPr>
          <p:txBody>
            <a:bodyPr vert="horz" wrap="square" lIns="91440" tIns="18288" rIns="91440" bIns="4572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72" name="AutoShape 19">
              <a:extLst>
                <a:ext uri="{FF2B5EF4-FFF2-40B4-BE49-F238E27FC236}">
                  <a16:creationId xmlns:a16="http://schemas.microsoft.com/office/drawing/2014/main" id="{082AC172-9B07-4A02-8121-D18776C3F61A}"/>
                </a:ext>
              </a:extLst>
            </p:cNvPr>
            <p:cNvSpPr>
              <a:spLocks noChangeArrowheads="1"/>
            </p:cNvSpPr>
            <p:nvPr/>
          </p:nvSpPr>
          <p:spPr bwMode="auto">
            <a:xfrm>
              <a:off x="9083745" y="-3628358"/>
              <a:ext cx="1747739" cy="916096"/>
            </a:xfrm>
            <a:prstGeom prst="round2SameRect">
              <a:avLst/>
            </a:prstGeom>
            <a:solidFill>
              <a:srgbClr val="D6D2CB"/>
            </a:solidFill>
            <a:ln w="28575" cap="flat" cmpd="sng" algn="ctr">
              <a:solidFill>
                <a:schemeClr val="tx1"/>
              </a:solidFill>
              <a:prstDash val="solid"/>
              <a:round/>
              <a:headEnd type="none" w="med" len="med"/>
              <a:tailEnd type="none" w="med" len="med"/>
            </a:ln>
            <a:effectLst>
              <a:innerShdw>
                <a:prstClr val="black"/>
              </a:innerShdw>
            </a:effectLst>
          </p:spPr>
          <p:txBody>
            <a:bodyPr vert="horz" wrap="square" lIns="91440" tIns="18288" rIns="91440" bIns="4572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Operations and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Sustainment</a:t>
              </a:r>
            </a:p>
          </p:txBody>
        </p:sp>
      </p:grpSp>
      <p:sp>
        <p:nvSpPr>
          <p:cNvPr id="73" name="TextBox 72">
            <a:extLst>
              <a:ext uri="{FF2B5EF4-FFF2-40B4-BE49-F238E27FC236}">
                <a16:creationId xmlns:a16="http://schemas.microsoft.com/office/drawing/2014/main" id="{B1D60446-5045-4854-A6AE-4AABE59FCFB3}"/>
              </a:ext>
            </a:extLst>
          </p:cNvPr>
          <p:cNvSpPr txBox="1"/>
          <p:nvPr/>
        </p:nvSpPr>
        <p:spPr>
          <a:xfrm>
            <a:off x="10094697" y="2704854"/>
            <a:ext cx="1828800" cy="387798"/>
          </a:xfrm>
          <a:prstGeom prst="rect">
            <a:avLst/>
          </a:prstGeom>
          <a:noFill/>
        </p:spPr>
        <p:txBody>
          <a:bodyPr wrap="square" lIns="9144" tIns="9144" rIns="9144" bIns="9144"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Predictive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maintenance</a:t>
            </a:r>
          </a:p>
        </p:txBody>
      </p:sp>
      <p:sp>
        <p:nvSpPr>
          <p:cNvPr id="74" name="TextBox 73">
            <a:extLst>
              <a:ext uri="{FF2B5EF4-FFF2-40B4-BE49-F238E27FC236}">
                <a16:creationId xmlns:a16="http://schemas.microsoft.com/office/drawing/2014/main" id="{0FE4FEEE-84C2-4779-96C7-78A6E80A6CC8}"/>
              </a:ext>
            </a:extLst>
          </p:cNvPr>
          <p:cNvSpPr txBox="1"/>
          <p:nvPr/>
        </p:nvSpPr>
        <p:spPr>
          <a:xfrm>
            <a:off x="10094697" y="3156109"/>
            <a:ext cx="1828800" cy="203133"/>
          </a:xfrm>
          <a:prstGeom prst="rect">
            <a:avLst/>
          </a:prstGeom>
          <a:noFill/>
        </p:spPr>
        <p:txBody>
          <a:bodyPr wrap="square" lIns="9144" tIns="9144" rIns="9144" bIns="9144"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dirty="0">
                <a:ln>
                  <a:noFill/>
                </a:ln>
                <a:solidFill>
                  <a:prstClr val="black"/>
                </a:solidFill>
                <a:effectLst/>
                <a:uLnTx/>
                <a:uFillTx/>
                <a:latin typeface="Arial"/>
                <a:ea typeface="+mn-ea"/>
                <a:cs typeface="Arial"/>
              </a:rPr>
              <a:t>Digital</a:t>
            </a:r>
            <a:r>
              <a:rPr kumimoji="0" lang="en-US" sz="1200" b="1" i="0" u="none" strike="noStrike" kern="1200" cap="none" spc="-25" normalizeH="0" baseline="0" noProof="0" dirty="0">
                <a:ln>
                  <a:noFill/>
                </a:ln>
                <a:solidFill>
                  <a:prstClr val="black"/>
                </a:solidFill>
                <a:effectLst/>
                <a:uLnTx/>
                <a:uFillTx/>
                <a:latin typeface="Arial"/>
                <a:ea typeface="+mn-ea"/>
                <a:cs typeface="Arial"/>
              </a:rPr>
              <a:t> </a:t>
            </a:r>
            <a:r>
              <a:rPr kumimoji="0" lang="en-US" sz="1200" b="1" i="0" u="none" strike="noStrike" kern="1200" cap="none" spc="-15" normalizeH="0" baseline="0" noProof="0" dirty="0">
                <a:ln>
                  <a:noFill/>
                </a:ln>
                <a:solidFill>
                  <a:prstClr val="black"/>
                </a:solidFill>
                <a:effectLst/>
                <a:uLnTx/>
                <a:uFillTx/>
                <a:latin typeface="Arial"/>
                <a:ea typeface="+mn-ea"/>
                <a:cs typeface="Arial"/>
              </a:rPr>
              <a:t>Twins</a:t>
            </a:r>
            <a:endPar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75" name="Rounded Rectangle 72">
            <a:extLst>
              <a:ext uri="{FF2B5EF4-FFF2-40B4-BE49-F238E27FC236}">
                <a16:creationId xmlns:a16="http://schemas.microsoft.com/office/drawing/2014/main" id="{99B19769-23C7-40C1-92E7-9FB8537558B2}"/>
              </a:ext>
            </a:extLst>
          </p:cNvPr>
          <p:cNvSpPr/>
          <p:nvPr/>
        </p:nvSpPr>
        <p:spPr bwMode="auto">
          <a:xfrm>
            <a:off x="371659" y="2704854"/>
            <a:ext cx="1600200" cy="228600"/>
          </a:xfrm>
          <a:prstGeom prst="roundRect">
            <a:avLst>
              <a:gd name="adj" fmla="val 32374"/>
            </a:avLst>
          </a:prstGeom>
          <a:noFill/>
          <a:ln w="19050" algn="ctr">
            <a:noFill/>
            <a:round/>
            <a:headEnd/>
            <a:tailEnd/>
          </a:ln>
        </p:spPr>
        <p:txBody>
          <a:bodyPr lIns="9144" tIns="9144" rIns="9144" bIns="9144"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Use cases</a:t>
            </a:r>
          </a:p>
        </p:txBody>
      </p:sp>
      <p:sp>
        <p:nvSpPr>
          <p:cNvPr id="76" name="Rounded Rectangle 78">
            <a:extLst>
              <a:ext uri="{FF2B5EF4-FFF2-40B4-BE49-F238E27FC236}">
                <a16:creationId xmlns:a16="http://schemas.microsoft.com/office/drawing/2014/main" id="{95064ABD-7EB0-40D8-B465-3B2FAC98A64A}"/>
              </a:ext>
            </a:extLst>
          </p:cNvPr>
          <p:cNvSpPr/>
          <p:nvPr/>
        </p:nvSpPr>
        <p:spPr bwMode="auto">
          <a:xfrm>
            <a:off x="371659" y="3003526"/>
            <a:ext cx="1600200" cy="228600"/>
          </a:xfrm>
          <a:prstGeom prst="roundRect">
            <a:avLst>
              <a:gd name="adj" fmla="val 32374"/>
            </a:avLst>
          </a:prstGeom>
          <a:noFill/>
          <a:ln w="19050" algn="ctr">
            <a:noFill/>
            <a:round/>
            <a:headEnd/>
            <a:tailEnd/>
          </a:ln>
        </p:spPr>
        <p:txBody>
          <a:bodyPr lIns="9144" tIns="9144" rIns="9144" bIns="9144"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Requirement docs and models</a:t>
            </a:r>
          </a:p>
        </p:txBody>
      </p:sp>
      <p:sp>
        <p:nvSpPr>
          <p:cNvPr id="77" name="AutoShape 19">
            <a:extLst>
              <a:ext uri="{FF2B5EF4-FFF2-40B4-BE49-F238E27FC236}">
                <a16:creationId xmlns:a16="http://schemas.microsoft.com/office/drawing/2014/main" id="{28DBD7E8-3B2E-4E21-8CC1-7A6B805ABD20}"/>
              </a:ext>
            </a:extLst>
          </p:cNvPr>
          <p:cNvSpPr>
            <a:spLocks noChangeArrowheads="1"/>
          </p:cNvSpPr>
          <p:nvPr/>
        </p:nvSpPr>
        <p:spPr bwMode="auto">
          <a:xfrm>
            <a:off x="304800" y="2279408"/>
            <a:ext cx="1749356" cy="3064333"/>
          </a:xfrm>
          <a:prstGeom prst="roundRect">
            <a:avLst/>
          </a:prstGeom>
          <a:noFill/>
          <a:ln w="19050" cap="flat" cmpd="sng" algn="ctr">
            <a:solidFill>
              <a:schemeClr val="tx1"/>
            </a:solidFill>
            <a:prstDash val="solid"/>
            <a:round/>
            <a:headEnd type="none" w="med" len="med"/>
            <a:tailEnd type="none" w="med" len="med"/>
          </a:ln>
          <a:effectLst>
            <a:innerShdw>
              <a:prstClr val="black"/>
            </a:innerShdw>
          </a:effectLst>
        </p:spPr>
        <p:txBody>
          <a:bodyPr vert="horz" wrap="square" lIns="91440" tIns="18288" rIns="91440" bIns="4572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78" name="AutoShape 19">
            <a:extLst>
              <a:ext uri="{FF2B5EF4-FFF2-40B4-BE49-F238E27FC236}">
                <a16:creationId xmlns:a16="http://schemas.microsoft.com/office/drawing/2014/main" id="{CA397D31-E083-41D3-8007-DE807549DE2C}"/>
              </a:ext>
            </a:extLst>
          </p:cNvPr>
          <p:cNvSpPr>
            <a:spLocks noChangeArrowheads="1"/>
          </p:cNvSpPr>
          <p:nvPr/>
        </p:nvSpPr>
        <p:spPr bwMode="auto">
          <a:xfrm>
            <a:off x="2238526" y="2279409"/>
            <a:ext cx="1747739" cy="3064333"/>
          </a:xfrm>
          <a:prstGeom prst="roundRect">
            <a:avLst/>
          </a:prstGeom>
          <a:noFill/>
          <a:ln w="19050" cap="flat" cmpd="sng" algn="ctr">
            <a:solidFill>
              <a:schemeClr val="tx1"/>
            </a:solidFill>
            <a:prstDash val="solid"/>
            <a:round/>
            <a:headEnd type="none" w="med" len="med"/>
            <a:tailEnd type="none" w="med" len="med"/>
          </a:ln>
          <a:effectLst>
            <a:innerShdw>
              <a:prstClr val="black"/>
            </a:innerShdw>
          </a:effectLst>
        </p:spPr>
        <p:txBody>
          <a:bodyPr vert="horz" wrap="square" lIns="91440" tIns="18288" rIns="91440" bIns="4572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79" name="AutoShape 19">
            <a:extLst>
              <a:ext uri="{FF2B5EF4-FFF2-40B4-BE49-F238E27FC236}">
                <a16:creationId xmlns:a16="http://schemas.microsoft.com/office/drawing/2014/main" id="{A34CD0C7-FACB-4371-84AA-5A9CFEAE9CCE}"/>
              </a:ext>
            </a:extLst>
          </p:cNvPr>
          <p:cNvSpPr>
            <a:spLocks noChangeArrowheads="1"/>
          </p:cNvSpPr>
          <p:nvPr/>
        </p:nvSpPr>
        <p:spPr bwMode="auto">
          <a:xfrm>
            <a:off x="4170635" y="2279409"/>
            <a:ext cx="1740915" cy="3064333"/>
          </a:xfrm>
          <a:prstGeom prst="roundRect">
            <a:avLst/>
          </a:prstGeom>
          <a:noFill/>
          <a:ln w="19050" cap="flat" cmpd="sng" algn="ctr">
            <a:solidFill>
              <a:schemeClr val="tx1"/>
            </a:solidFill>
            <a:prstDash val="solid"/>
            <a:round/>
            <a:headEnd type="none" w="med" len="med"/>
            <a:tailEnd type="none" w="med" len="med"/>
          </a:ln>
          <a:effectLst>
            <a:innerShdw>
              <a:prstClr val="black"/>
            </a:innerShdw>
          </a:effectLst>
        </p:spPr>
        <p:txBody>
          <a:bodyPr vert="horz" wrap="square" lIns="91440" tIns="18288" rIns="91440" bIns="4572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80" name="AutoShape 19">
            <a:extLst>
              <a:ext uri="{FF2B5EF4-FFF2-40B4-BE49-F238E27FC236}">
                <a16:creationId xmlns:a16="http://schemas.microsoft.com/office/drawing/2014/main" id="{B6582510-9112-47AA-9938-358391A430CE}"/>
              </a:ext>
            </a:extLst>
          </p:cNvPr>
          <p:cNvSpPr>
            <a:spLocks noChangeArrowheads="1"/>
          </p:cNvSpPr>
          <p:nvPr/>
        </p:nvSpPr>
        <p:spPr bwMode="auto">
          <a:xfrm>
            <a:off x="6095920" y="2279409"/>
            <a:ext cx="1747739" cy="3064333"/>
          </a:xfrm>
          <a:prstGeom prst="roundRect">
            <a:avLst/>
          </a:prstGeom>
          <a:noFill/>
          <a:ln w="19050" cap="flat" cmpd="sng" algn="ctr">
            <a:solidFill>
              <a:schemeClr val="tx1"/>
            </a:solidFill>
            <a:prstDash val="solid"/>
            <a:round/>
            <a:headEnd type="none" w="med" len="med"/>
            <a:tailEnd type="none" w="med" len="med"/>
          </a:ln>
          <a:effectLst>
            <a:innerShdw>
              <a:prstClr val="black"/>
            </a:innerShdw>
          </a:effectLst>
        </p:spPr>
        <p:txBody>
          <a:bodyPr vert="horz" wrap="square" lIns="91440" tIns="18288" rIns="91440" bIns="4572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81" name="AutoShape 19">
            <a:extLst>
              <a:ext uri="{FF2B5EF4-FFF2-40B4-BE49-F238E27FC236}">
                <a16:creationId xmlns:a16="http://schemas.microsoft.com/office/drawing/2014/main" id="{E71EFABA-62EC-47B9-BA05-F261785B25CD}"/>
              </a:ext>
            </a:extLst>
          </p:cNvPr>
          <p:cNvSpPr>
            <a:spLocks noChangeArrowheads="1"/>
          </p:cNvSpPr>
          <p:nvPr/>
        </p:nvSpPr>
        <p:spPr bwMode="auto">
          <a:xfrm>
            <a:off x="8028030" y="2279409"/>
            <a:ext cx="1747739" cy="3064333"/>
          </a:xfrm>
          <a:prstGeom prst="roundRect">
            <a:avLst/>
          </a:prstGeom>
          <a:noFill/>
          <a:ln w="19050" cap="flat" cmpd="sng" algn="ctr">
            <a:solidFill>
              <a:schemeClr val="tx1"/>
            </a:solidFill>
            <a:prstDash val="solid"/>
            <a:round/>
            <a:headEnd type="none" w="med" len="med"/>
            <a:tailEnd type="none" w="med" len="med"/>
          </a:ln>
          <a:effectLst>
            <a:innerShdw>
              <a:prstClr val="black"/>
            </a:innerShdw>
          </a:effectLst>
        </p:spPr>
        <p:txBody>
          <a:bodyPr vert="horz" wrap="square" lIns="91440" tIns="18288" rIns="91440" bIns="4572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82" name="AutoShape 19">
            <a:extLst>
              <a:ext uri="{FF2B5EF4-FFF2-40B4-BE49-F238E27FC236}">
                <a16:creationId xmlns:a16="http://schemas.microsoft.com/office/drawing/2014/main" id="{8E6D50B6-535B-457D-9C3B-D04DAB24963E}"/>
              </a:ext>
            </a:extLst>
          </p:cNvPr>
          <p:cNvSpPr>
            <a:spLocks noChangeArrowheads="1"/>
          </p:cNvSpPr>
          <p:nvPr/>
        </p:nvSpPr>
        <p:spPr bwMode="auto">
          <a:xfrm>
            <a:off x="304800" y="1637591"/>
            <a:ext cx="1749356" cy="916096"/>
          </a:xfrm>
          <a:prstGeom prst="round2SameRect">
            <a:avLst/>
          </a:prstGeom>
          <a:solidFill>
            <a:srgbClr val="D6D2CB"/>
          </a:solidFill>
          <a:ln w="19050" cap="flat" cmpd="sng" algn="ctr">
            <a:solidFill>
              <a:schemeClr val="tx1"/>
            </a:solidFill>
            <a:prstDash val="solid"/>
            <a:round/>
            <a:headEnd type="none" w="med" len="med"/>
            <a:tailEnd type="none" w="med" len="med"/>
          </a:ln>
          <a:effectLst>
            <a:innerShdw>
              <a:prstClr val="black"/>
            </a:innerShdw>
          </a:effectLst>
        </p:spPr>
        <p:txBody>
          <a:bodyPr vert="horz" wrap="square" lIns="91440" tIns="18288" rIns="91440" bIns="4572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System</a:t>
            </a:r>
            <a:b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b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Requirements</a:t>
            </a:r>
          </a:p>
        </p:txBody>
      </p:sp>
      <p:sp>
        <p:nvSpPr>
          <p:cNvPr id="83" name="AutoShape 19">
            <a:extLst>
              <a:ext uri="{FF2B5EF4-FFF2-40B4-BE49-F238E27FC236}">
                <a16:creationId xmlns:a16="http://schemas.microsoft.com/office/drawing/2014/main" id="{E870D6C3-D0B0-4343-BD15-DE243D776F75}"/>
              </a:ext>
            </a:extLst>
          </p:cNvPr>
          <p:cNvSpPr>
            <a:spLocks noChangeArrowheads="1"/>
          </p:cNvSpPr>
          <p:nvPr/>
        </p:nvSpPr>
        <p:spPr bwMode="auto">
          <a:xfrm>
            <a:off x="2238526" y="1637591"/>
            <a:ext cx="1747739" cy="916096"/>
          </a:xfrm>
          <a:prstGeom prst="round2SameRect">
            <a:avLst/>
          </a:prstGeom>
          <a:solidFill>
            <a:srgbClr val="D6D2CB"/>
          </a:solidFill>
          <a:ln w="19050" cap="flat" cmpd="sng" algn="ctr">
            <a:solidFill>
              <a:schemeClr val="tx1"/>
            </a:solidFill>
            <a:prstDash val="solid"/>
            <a:round/>
            <a:headEnd type="none" w="med" len="med"/>
            <a:tailEnd type="none" w="med" len="med"/>
          </a:ln>
          <a:effectLst>
            <a:innerShdw>
              <a:prstClr val="black"/>
            </a:innerShdw>
          </a:effectLst>
        </p:spPr>
        <p:txBody>
          <a:bodyPr vert="horz" wrap="square" lIns="91440" tIns="18288" rIns="91440" bIns="4572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System Functionality and Architecture</a:t>
            </a:r>
          </a:p>
        </p:txBody>
      </p:sp>
      <p:sp>
        <p:nvSpPr>
          <p:cNvPr id="84" name="AutoShape 19">
            <a:extLst>
              <a:ext uri="{FF2B5EF4-FFF2-40B4-BE49-F238E27FC236}">
                <a16:creationId xmlns:a16="http://schemas.microsoft.com/office/drawing/2014/main" id="{33C2CFF7-C5EA-4CF2-BCE7-EA6DF89B76DD}"/>
              </a:ext>
            </a:extLst>
          </p:cNvPr>
          <p:cNvSpPr>
            <a:spLocks noChangeArrowheads="1"/>
          </p:cNvSpPr>
          <p:nvPr/>
        </p:nvSpPr>
        <p:spPr bwMode="auto">
          <a:xfrm>
            <a:off x="4170635" y="1637591"/>
            <a:ext cx="1740915" cy="916096"/>
          </a:xfrm>
          <a:prstGeom prst="round2SameRect">
            <a:avLst/>
          </a:prstGeom>
          <a:solidFill>
            <a:srgbClr val="D6D2CB"/>
          </a:solidFill>
          <a:ln w="19050" cap="flat" cmpd="sng" algn="ctr">
            <a:solidFill>
              <a:schemeClr val="tx1"/>
            </a:solidFill>
            <a:prstDash val="solid"/>
            <a:round/>
            <a:headEnd type="none" w="med" len="med"/>
            <a:tailEnd type="none" w="med" len="med"/>
          </a:ln>
          <a:effectLst>
            <a:innerShdw>
              <a:prstClr val="black"/>
            </a:innerShdw>
          </a:effectLst>
        </p:spPr>
        <p:txBody>
          <a:bodyPr vert="horz" wrap="square" lIns="91440" tIns="18288" rIns="91440" bIns="4572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Subsystem</a:t>
            </a:r>
            <a:b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b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Design</a:t>
            </a:r>
          </a:p>
        </p:txBody>
      </p:sp>
      <p:sp>
        <p:nvSpPr>
          <p:cNvPr id="85" name="AutoShape 19">
            <a:extLst>
              <a:ext uri="{FF2B5EF4-FFF2-40B4-BE49-F238E27FC236}">
                <a16:creationId xmlns:a16="http://schemas.microsoft.com/office/drawing/2014/main" id="{81E3B422-5A3D-4F0A-BD90-98C5ADC262F4}"/>
              </a:ext>
            </a:extLst>
          </p:cNvPr>
          <p:cNvSpPr>
            <a:spLocks noChangeArrowheads="1"/>
          </p:cNvSpPr>
          <p:nvPr/>
        </p:nvSpPr>
        <p:spPr bwMode="auto">
          <a:xfrm>
            <a:off x="6095920" y="1637591"/>
            <a:ext cx="1747739" cy="916096"/>
          </a:xfrm>
          <a:prstGeom prst="round2SameRect">
            <a:avLst/>
          </a:prstGeom>
          <a:solidFill>
            <a:srgbClr val="D6D2CB"/>
          </a:solidFill>
          <a:ln w="19050" cap="flat" cmpd="sng" algn="ctr">
            <a:solidFill>
              <a:schemeClr val="tx1"/>
            </a:solidFill>
            <a:prstDash val="solid"/>
            <a:round/>
            <a:headEnd type="none" w="med" len="med"/>
            <a:tailEnd type="none" w="med" len="med"/>
          </a:ln>
          <a:effectLst>
            <a:innerShdw>
              <a:prstClr val="black"/>
            </a:innerShdw>
          </a:effectLst>
        </p:spPr>
        <p:txBody>
          <a:bodyPr vert="horz" wrap="square" lIns="91440" tIns="18288" rIns="91440" bIns="4572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Subsystem Implementation</a:t>
            </a:r>
          </a:p>
        </p:txBody>
      </p:sp>
      <p:sp>
        <p:nvSpPr>
          <p:cNvPr id="86" name="AutoShape 19">
            <a:extLst>
              <a:ext uri="{FF2B5EF4-FFF2-40B4-BE49-F238E27FC236}">
                <a16:creationId xmlns:a16="http://schemas.microsoft.com/office/drawing/2014/main" id="{8FC29AAC-337D-463E-8A50-B0D146E19CB3}"/>
              </a:ext>
            </a:extLst>
          </p:cNvPr>
          <p:cNvSpPr>
            <a:spLocks noChangeArrowheads="1"/>
          </p:cNvSpPr>
          <p:nvPr/>
        </p:nvSpPr>
        <p:spPr bwMode="auto">
          <a:xfrm>
            <a:off x="8028030" y="1637591"/>
            <a:ext cx="1747739" cy="916096"/>
          </a:xfrm>
          <a:prstGeom prst="round2SameRect">
            <a:avLst/>
          </a:prstGeom>
          <a:solidFill>
            <a:srgbClr val="D6D2CB"/>
          </a:solidFill>
          <a:ln w="28575" cap="flat" cmpd="sng" algn="ctr">
            <a:solidFill>
              <a:schemeClr val="tx1"/>
            </a:solidFill>
            <a:prstDash val="solid"/>
            <a:round/>
            <a:headEnd type="none" w="med" len="med"/>
            <a:tailEnd type="none" w="med" len="med"/>
          </a:ln>
          <a:effectLst>
            <a:innerShdw>
              <a:prstClr val="black"/>
            </a:innerShdw>
          </a:effectLst>
        </p:spPr>
        <p:txBody>
          <a:bodyPr vert="horz" wrap="square" lIns="91440" tIns="18288" rIns="91440" bIns="4572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System Integration </a:t>
            </a:r>
            <a:b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br>
            <a:r>
              <a:rPr kumimoji="0" lang="en-US" sz="14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and Test</a:t>
            </a:r>
          </a:p>
        </p:txBody>
      </p:sp>
      <p:sp>
        <p:nvSpPr>
          <p:cNvPr id="87" name="Rounded Rectangle 96">
            <a:extLst>
              <a:ext uri="{FF2B5EF4-FFF2-40B4-BE49-F238E27FC236}">
                <a16:creationId xmlns:a16="http://schemas.microsoft.com/office/drawing/2014/main" id="{EDF97B0B-AF5D-404D-877F-1B38AF517FED}"/>
              </a:ext>
            </a:extLst>
          </p:cNvPr>
          <p:cNvSpPr/>
          <p:nvPr/>
        </p:nvSpPr>
        <p:spPr bwMode="auto">
          <a:xfrm>
            <a:off x="2312295" y="2704854"/>
            <a:ext cx="1600200" cy="228600"/>
          </a:xfrm>
          <a:prstGeom prst="roundRect">
            <a:avLst>
              <a:gd name="adj" fmla="val 32374"/>
            </a:avLst>
          </a:prstGeom>
          <a:noFill/>
          <a:ln w="19050" algn="ctr">
            <a:noFill/>
            <a:round/>
            <a:headEnd/>
            <a:tailEnd/>
          </a:ln>
        </p:spPr>
        <p:txBody>
          <a:bodyPr lIns="9144" tIns="9144" rIns="9144" bIns="9144"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Behavior models</a:t>
            </a:r>
          </a:p>
        </p:txBody>
      </p:sp>
      <p:sp>
        <p:nvSpPr>
          <p:cNvPr id="88" name="Rounded Rectangle 97">
            <a:extLst>
              <a:ext uri="{FF2B5EF4-FFF2-40B4-BE49-F238E27FC236}">
                <a16:creationId xmlns:a16="http://schemas.microsoft.com/office/drawing/2014/main" id="{CD083666-D533-4EFA-ACEC-7FA705BCB1E4}"/>
              </a:ext>
            </a:extLst>
          </p:cNvPr>
          <p:cNvSpPr/>
          <p:nvPr/>
        </p:nvSpPr>
        <p:spPr bwMode="auto">
          <a:xfrm>
            <a:off x="2312295" y="3003526"/>
            <a:ext cx="1600200" cy="228600"/>
          </a:xfrm>
          <a:prstGeom prst="roundRect">
            <a:avLst>
              <a:gd name="adj" fmla="val 32374"/>
            </a:avLst>
          </a:prstGeom>
          <a:noFill/>
          <a:ln w="19050" algn="ctr">
            <a:noFill/>
            <a:round/>
            <a:headEnd/>
            <a:tailEnd/>
          </a:ln>
        </p:spPr>
        <p:txBody>
          <a:bodyPr lIns="9144" tIns="9144" rIns="9144" bIns="9144"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Architecture models</a:t>
            </a:r>
          </a:p>
        </p:txBody>
      </p:sp>
      <p:sp>
        <p:nvSpPr>
          <p:cNvPr id="89" name="Rounded Rectangle 98">
            <a:extLst>
              <a:ext uri="{FF2B5EF4-FFF2-40B4-BE49-F238E27FC236}">
                <a16:creationId xmlns:a16="http://schemas.microsoft.com/office/drawing/2014/main" id="{C52B5BE8-C7CC-49E8-BAF3-AE1238535330}"/>
              </a:ext>
            </a:extLst>
          </p:cNvPr>
          <p:cNvSpPr/>
          <p:nvPr/>
        </p:nvSpPr>
        <p:spPr bwMode="auto">
          <a:xfrm>
            <a:off x="4240992" y="2704854"/>
            <a:ext cx="1600200" cy="228600"/>
          </a:xfrm>
          <a:prstGeom prst="roundRect">
            <a:avLst>
              <a:gd name="adj" fmla="val 32374"/>
            </a:avLst>
          </a:prstGeom>
          <a:noFill/>
          <a:ln w="19050" algn="ctr">
            <a:noFill/>
            <a:round/>
            <a:headEnd/>
            <a:tailEnd/>
          </a:ln>
        </p:spPr>
        <p:txBody>
          <a:bodyPr lIns="9144" tIns="9144" rIns="9144" bIns="9144"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Physics-based</a:t>
            </a:r>
          </a:p>
        </p:txBody>
      </p:sp>
      <p:sp>
        <p:nvSpPr>
          <p:cNvPr id="90" name="Rounded Rectangle 99">
            <a:extLst>
              <a:ext uri="{FF2B5EF4-FFF2-40B4-BE49-F238E27FC236}">
                <a16:creationId xmlns:a16="http://schemas.microsoft.com/office/drawing/2014/main" id="{E52C8FE8-FC8E-4841-B7A4-668DEC7999B7}"/>
              </a:ext>
            </a:extLst>
          </p:cNvPr>
          <p:cNvSpPr/>
          <p:nvPr/>
        </p:nvSpPr>
        <p:spPr bwMode="auto">
          <a:xfrm>
            <a:off x="4240992" y="3003526"/>
            <a:ext cx="1600200" cy="228600"/>
          </a:xfrm>
          <a:prstGeom prst="roundRect">
            <a:avLst>
              <a:gd name="adj" fmla="val 32374"/>
            </a:avLst>
          </a:prstGeom>
          <a:noFill/>
          <a:ln w="19050" algn="ctr">
            <a:noFill/>
            <a:round/>
            <a:headEnd/>
            <a:tailEnd/>
          </a:ln>
        </p:spPr>
        <p:txBody>
          <a:bodyPr lIns="9144" tIns="9144" rIns="9144" bIns="9144"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Data-driven</a:t>
            </a:r>
          </a:p>
        </p:txBody>
      </p:sp>
      <p:sp>
        <p:nvSpPr>
          <p:cNvPr id="91" name="TextBox 90">
            <a:extLst>
              <a:ext uri="{FF2B5EF4-FFF2-40B4-BE49-F238E27FC236}">
                <a16:creationId xmlns:a16="http://schemas.microsoft.com/office/drawing/2014/main" id="{E879A5B4-C0A1-4D24-ABCB-3279C4320F7B}"/>
              </a:ext>
            </a:extLst>
          </p:cNvPr>
          <p:cNvSpPr txBox="1"/>
          <p:nvPr/>
        </p:nvSpPr>
        <p:spPr>
          <a:xfrm>
            <a:off x="3478074" y="6006982"/>
            <a:ext cx="3223475" cy="400110"/>
          </a:xfrm>
          <a:prstGeom prst="rect">
            <a:avLst/>
          </a:prstGeom>
          <a:noFill/>
          <a:ln>
            <a:noFill/>
          </a:ln>
        </p:spPr>
        <p:txBody>
          <a:bodyPr wrap="square" rtlCol="0">
            <a:spAutoFit/>
          </a:bodyPr>
          <a:lstStyle/>
          <a:p>
            <a:pPr marL="0" marR="0" lvl="0" indent="0" algn="ctr" defTabSz="1490432" rtl="0" eaLnBrk="1" fontAlgn="auto" latinLnBrk="0" hangingPunct="1">
              <a:lnSpc>
                <a:spcPct val="100000"/>
              </a:lnSpc>
              <a:spcBef>
                <a:spcPct val="20000"/>
              </a:spcBef>
              <a:spcAft>
                <a:spcPts val="0"/>
              </a:spcAft>
              <a:buClr>
                <a:prstClr val="white"/>
              </a:buClr>
              <a:buSzPct val="75000"/>
              <a:buFontTx/>
              <a:buNone/>
              <a:tabLst/>
              <a:defRPr/>
            </a:pPr>
            <a:r>
              <a:rPr kumimoji="0" lang="en-US" sz="2000" b="1" i="0" u="none" strike="noStrike" kern="1200" cap="none" spc="0" normalizeH="0" baseline="0" noProof="0" dirty="0">
                <a:ln>
                  <a:noFill/>
                </a:ln>
                <a:solidFill>
                  <a:srgbClr val="2F7EB2"/>
                </a:solidFill>
                <a:effectLst/>
                <a:uLnTx/>
                <a:uFillTx/>
                <a:latin typeface="Arial"/>
                <a:ea typeface="+mn-ea"/>
                <a:cs typeface="+mn-cs"/>
              </a:rPr>
              <a:t>Digital Thread</a:t>
            </a:r>
          </a:p>
        </p:txBody>
      </p:sp>
      <p:grpSp>
        <p:nvGrpSpPr>
          <p:cNvPr id="92" name="Group 91">
            <a:extLst>
              <a:ext uri="{FF2B5EF4-FFF2-40B4-BE49-F238E27FC236}">
                <a16:creationId xmlns:a16="http://schemas.microsoft.com/office/drawing/2014/main" id="{E0A5354F-F6A2-4143-9B3B-DE484D83DE05}"/>
              </a:ext>
            </a:extLst>
          </p:cNvPr>
          <p:cNvGrpSpPr/>
          <p:nvPr/>
        </p:nvGrpSpPr>
        <p:grpSpPr>
          <a:xfrm>
            <a:off x="1029034" y="5410201"/>
            <a:ext cx="6061128" cy="640680"/>
            <a:chOff x="1498635" y="5780451"/>
            <a:chExt cx="5841873" cy="640680"/>
          </a:xfrm>
        </p:grpSpPr>
        <p:sp>
          <p:nvSpPr>
            <p:cNvPr id="93" name="Bent Arrow 60">
              <a:extLst>
                <a:ext uri="{FF2B5EF4-FFF2-40B4-BE49-F238E27FC236}">
                  <a16:creationId xmlns:a16="http://schemas.microsoft.com/office/drawing/2014/main" id="{EA884466-DC32-49ED-A5E7-94B66336C23C}"/>
                </a:ext>
              </a:extLst>
            </p:cNvPr>
            <p:cNvSpPr/>
            <p:nvPr/>
          </p:nvSpPr>
          <p:spPr bwMode="auto">
            <a:xfrm rot="16200000">
              <a:off x="1769421" y="5510265"/>
              <a:ext cx="640080" cy="1181651"/>
            </a:xfrm>
            <a:prstGeom prst="bentArrow">
              <a:avLst>
                <a:gd name="adj1" fmla="val 18695"/>
                <a:gd name="adj2" fmla="val 15196"/>
                <a:gd name="adj3" fmla="val 21051"/>
                <a:gd name="adj4" fmla="val 28064"/>
              </a:avLst>
            </a:prstGeom>
            <a:solidFill>
              <a:srgbClr val="2F7EB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94" name="Bent Arrow 60">
              <a:extLst>
                <a:ext uri="{FF2B5EF4-FFF2-40B4-BE49-F238E27FC236}">
                  <a16:creationId xmlns:a16="http://schemas.microsoft.com/office/drawing/2014/main" id="{ACC9D449-582D-4BDD-BD1C-FEE157D3CDB3}"/>
                </a:ext>
              </a:extLst>
            </p:cNvPr>
            <p:cNvSpPr/>
            <p:nvPr/>
          </p:nvSpPr>
          <p:spPr bwMode="auto">
            <a:xfrm rot="5400000" flipH="1">
              <a:off x="5772038" y="4852061"/>
              <a:ext cx="640080" cy="2496861"/>
            </a:xfrm>
            <a:prstGeom prst="bentArrow">
              <a:avLst>
                <a:gd name="adj1" fmla="val 18695"/>
                <a:gd name="adj2" fmla="val 15196"/>
                <a:gd name="adj3" fmla="val 21051"/>
                <a:gd name="adj4" fmla="val 0"/>
              </a:avLst>
            </a:prstGeom>
            <a:solidFill>
              <a:srgbClr val="2F7EB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95" name="Bent Arrow 60">
              <a:extLst>
                <a:ext uri="{FF2B5EF4-FFF2-40B4-BE49-F238E27FC236}">
                  <a16:creationId xmlns:a16="http://schemas.microsoft.com/office/drawing/2014/main" id="{BAEB4461-8A18-4B37-ABCF-D3625D67689F}"/>
                </a:ext>
              </a:extLst>
            </p:cNvPr>
            <p:cNvSpPr/>
            <p:nvPr/>
          </p:nvSpPr>
          <p:spPr bwMode="auto">
            <a:xfrm rot="5400000" flipH="1">
              <a:off x="3905254" y="4852660"/>
              <a:ext cx="640080" cy="2496861"/>
            </a:xfrm>
            <a:prstGeom prst="bentArrow">
              <a:avLst>
                <a:gd name="adj1" fmla="val 18695"/>
                <a:gd name="adj2" fmla="val 15196"/>
                <a:gd name="adj3" fmla="val 21051"/>
                <a:gd name="adj4" fmla="val 0"/>
              </a:avLst>
            </a:prstGeom>
            <a:solidFill>
              <a:srgbClr val="2F7EB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96" name="Bent Arrow 60">
              <a:extLst>
                <a:ext uri="{FF2B5EF4-FFF2-40B4-BE49-F238E27FC236}">
                  <a16:creationId xmlns:a16="http://schemas.microsoft.com/office/drawing/2014/main" id="{69ECAA34-6C2B-4E75-B790-4FF9FAAB3FCC}"/>
                </a:ext>
              </a:extLst>
            </p:cNvPr>
            <p:cNvSpPr/>
            <p:nvPr/>
          </p:nvSpPr>
          <p:spPr bwMode="auto">
            <a:xfrm rot="5400000" flipH="1">
              <a:off x="2513479" y="5355578"/>
              <a:ext cx="640080" cy="1489826"/>
            </a:xfrm>
            <a:prstGeom prst="bentArrow">
              <a:avLst>
                <a:gd name="adj1" fmla="val 18695"/>
                <a:gd name="adj2" fmla="val 15196"/>
                <a:gd name="adj3" fmla="val 21051"/>
                <a:gd name="adj4" fmla="val 0"/>
              </a:avLst>
            </a:prstGeom>
            <a:solidFill>
              <a:srgbClr val="2F7EB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grpSp>
      <p:sp>
        <p:nvSpPr>
          <p:cNvPr id="97" name="Rounded Rectangle 131">
            <a:extLst>
              <a:ext uri="{FF2B5EF4-FFF2-40B4-BE49-F238E27FC236}">
                <a16:creationId xmlns:a16="http://schemas.microsoft.com/office/drawing/2014/main" id="{A1F9E4F7-FE39-4724-8DBE-1128033701A2}"/>
              </a:ext>
            </a:extLst>
          </p:cNvPr>
          <p:cNvSpPr/>
          <p:nvPr/>
        </p:nvSpPr>
        <p:spPr bwMode="auto">
          <a:xfrm>
            <a:off x="8101799" y="2699145"/>
            <a:ext cx="1600200" cy="228600"/>
          </a:xfrm>
          <a:prstGeom prst="roundRect">
            <a:avLst>
              <a:gd name="adj" fmla="val 32374"/>
            </a:avLst>
          </a:prstGeom>
          <a:noFill/>
          <a:ln w="19050" algn="ctr">
            <a:noFill/>
            <a:round/>
            <a:headEnd/>
            <a:tailEnd/>
          </a:ln>
        </p:spPr>
        <p:txBody>
          <a:bodyPr lIns="9144" tIns="9144" rIns="9144" bIns="9144"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Model-based V&amp;V</a:t>
            </a:r>
          </a:p>
        </p:txBody>
      </p:sp>
      <p:sp>
        <p:nvSpPr>
          <p:cNvPr id="98" name="Rounded Rectangle 132">
            <a:extLst>
              <a:ext uri="{FF2B5EF4-FFF2-40B4-BE49-F238E27FC236}">
                <a16:creationId xmlns:a16="http://schemas.microsoft.com/office/drawing/2014/main" id="{0860639F-ECB6-4722-B568-194C391D6808}"/>
              </a:ext>
            </a:extLst>
          </p:cNvPr>
          <p:cNvSpPr/>
          <p:nvPr/>
        </p:nvSpPr>
        <p:spPr bwMode="auto">
          <a:xfrm>
            <a:off x="8101799" y="2972778"/>
            <a:ext cx="1600200" cy="228600"/>
          </a:xfrm>
          <a:prstGeom prst="roundRect">
            <a:avLst>
              <a:gd name="adj" fmla="val 32374"/>
            </a:avLst>
          </a:prstGeom>
          <a:noFill/>
          <a:ln w="19050" algn="ctr">
            <a:noFill/>
            <a:round/>
            <a:headEnd/>
            <a:tailEnd/>
          </a:ln>
        </p:spPr>
        <p:txBody>
          <a:bodyPr lIns="9144" tIns="9144" rIns="9144" bIns="9144"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Code-based V&amp;V</a:t>
            </a:r>
          </a:p>
        </p:txBody>
      </p:sp>
      <p:sp>
        <p:nvSpPr>
          <p:cNvPr id="99" name="Rounded Rectangle 133">
            <a:extLst>
              <a:ext uri="{FF2B5EF4-FFF2-40B4-BE49-F238E27FC236}">
                <a16:creationId xmlns:a16="http://schemas.microsoft.com/office/drawing/2014/main" id="{8402B4A9-A877-4563-B4AB-7C015DD6C61F}"/>
              </a:ext>
            </a:extLst>
          </p:cNvPr>
          <p:cNvSpPr/>
          <p:nvPr/>
        </p:nvSpPr>
        <p:spPr bwMode="auto">
          <a:xfrm>
            <a:off x="8101799" y="3272837"/>
            <a:ext cx="1600200" cy="228600"/>
          </a:xfrm>
          <a:prstGeom prst="roundRect">
            <a:avLst>
              <a:gd name="adj" fmla="val 32374"/>
            </a:avLst>
          </a:prstGeom>
          <a:noFill/>
          <a:ln w="19050" algn="ctr">
            <a:noFill/>
            <a:round/>
            <a:headEnd/>
            <a:tailEnd/>
          </a:ln>
        </p:spPr>
        <p:txBody>
          <a:bodyPr lIns="9144" tIns="9144" rIns="9144" bIns="9144"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Certification workflows</a:t>
            </a:r>
          </a:p>
        </p:txBody>
      </p:sp>
      <p:sp>
        <p:nvSpPr>
          <p:cNvPr id="100" name="Bent Arrow 60">
            <a:extLst>
              <a:ext uri="{FF2B5EF4-FFF2-40B4-BE49-F238E27FC236}">
                <a16:creationId xmlns:a16="http://schemas.microsoft.com/office/drawing/2014/main" id="{0BCA7DEA-4672-452C-9C24-0B288CF73D4B}"/>
              </a:ext>
            </a:extLst>
          </p:cNvPr>
          <p:cNvSpPr/>
          <p:nvPr/>
        </p:nvSpPr>
        <p:spPr bwMode="auto">
          <a:xfrm rot="16200000" flipV="1">
            <a:off x="7602730" y="4664231"/>
            <a:ext cx="640079" cy="2132019"/>
          </a:xfrm>
          <a:prstGeom prst="bentArrow">
            <a:avLst>
              <a:gd name="adj1" fmla="val 18695"/>
              <a:gd name="adj2" fmla="val 15196"/>
              <a:gd name="adj3" fmla="val 21051"/>
              <a:gd name="adj4" fmla="val 28064"/>
            </a:avLst>
          </a:prstGeom>
          <a:solidFill>
            <a:srgbClr val="2F7EB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grpSp>
        <p:nvGrpSpPr>
          <p:cNvPr id="101" name="Group 100">
            <a:extLst>
              <a:ext uri="{FF2B5EF4-FFF2-40B4-BE49-F238E27FC236}">
                <a16:creationId xmlns:a16="http://schemas.microsoft.com/office/drawing/2014/main" id="{01F00D89-2B45-407F-A20F-9BF894BCBEF8}"/>
              </a:ext>
            </a:extLst>
          </p:cNvPr>
          <p:cNvGrpSpPr/>
          <p:nvPr/>
        </p:nvGrpSpPr>
        <p:grpSpPr>
          <a:xfrm>
            <a:off x="6166330" y="2699795"/>
            <a:ext cx="1606918" cy="1069569"/>
            <a:chOff x="7131735" y="2752905"/>
            <a:chExt cx="1606918" cy="1069569"/>
          </a:xfrm>
        </p:grpSpPr>
        <p:sp>
          <p:nvSpPr>
            <p:cNvPr id="102" name="Rounded Rectangle 100">
              <a:extLst>
                <a:ext uri="{FF2B5EF4-FFF2-40B4-BE49-F238E27FC236}">
                  <a16:creationId xmlns:a16="http://schemas.microsoft.com/office/drawing/2014/main" id="{F7E4C993-D6D0-4F28-8D52-EFE44822F24B}"/>
                </a:ext>
              </a:extLst>
            </p:cNvPr>
            <p:cNvSpPr/>
            <p:nvPr/>
          </p:nvSpPr>
          <p:spPr bwMode="auto">
            <a:xfrm>
              <a:off x="7138453" y="2752905"/>
              <a:ext cx="1600200" cy="228600"/>
            </a:xfrm>
            <a:prstGeom prst="roundRect">
              <a:avLst>
                <a:gd name="adj" fmla="val 32374"/>
              </a:avLst>
            </a:prstGeom>
            <a:noFill/>
            <a:ln w="19050" algn="ctr">
              <a:noFill/>
              <a:round/>
              <a:headEnd/>
              <a:tailEnd/>
            </a:ln>
          </p:spPr>
          <p:txBody>
            <a:bodyPr lIns="9144" tIns="9144" rIns="9144" bIns="9144"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Automatic codegen</a:t>
              </a:r>
            </a:p>
            <a:p>
              <a:pPr marL="339725" marR="0" lvl="0" indent="-1127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C/C++</a:t>
              </a:r>
            </a:p>
            <a:p>
              <a:pPr marL="339725" marR="0" lvl="0" indent="-1127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VHDL/Verilog</a:t>
              </a:r>
            </a:p>
            <a:p>
              <a:pPr marL="339725" marR="0" lvl="0" indent="-11271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GPU code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
          <p:nvSpPr>
            <p:cNvPr id="103" name="Rounded Rectangle 150">
              <a:extLst>
                <a:ext uri="{FF2B5EF4-FFF2-40B4-BE49-F238E27FC236}">
                  <a16:creationId xmlns:a16="http://schemas.microsoft.com/office/drawing/2014/main" id="{7814FC1E-EACF-439B-9528-0BAF1FE099E1}"/>
                </a:ext>
              </a:extLst>
            </p:cNvPr>
            <p:cNvSpPr/>
            <p:nvPr/>
          </p:nvSpPr>
          <p:spPr bwMode="auto">
            <a:xfrm>
              <a:off x="7131735" y="3593874"/>
              <a:ext cx="1600200" cy="228600"/>
            </a:xfrm>
            <a:prstGeom prst="roundRect">
              <a:avLst>
                <a:gd name="adj" fmla="val 32374"/>
              </a:avLst>
            </a:prstGeom>
            <a:noFill/>
            <a:ln w="19050" algn="ctr">
              <a:noFill/>
              <a:round/>
              <a:headEnd/>
              <a:tailEnd/>
            </a:ln>
          </p:spPr>
          <p:txBody>
            <a:bodyPr lIns="9144" tIns="9144" rIns="9144" bIns="9144"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Hand-code support</a:t>
              </a:r>
            </a:p>
          </p:txBody>
        </p:sp>
      </p:grpSp>
      <p:sp>
        <p:nvSpPr>
          <p:cNvPr id="104" name="Bent Arrow 60">
            <a:extLst>
              <a:ext uri="{FF2B5EF4-FFF2-40B4-BE49-F238E27FC236}">
                <a16:creationId xmlns:a16="http://schemas.microsoft.com/office/drawing/2014/main" id="{57904771-37A7-4200-8439-CBDD14976308}"/>
              </a:ext>
            </a:extLst>
          </p:cNvPr>
          <p:cNvSpPr/>
          <p:nvPr/>
        </p:nvSpPr>
        <p:spPr bwMode="auto">
          <a:xfrm rot="16200000" flipV="1">
            <a:off x="9624060" y="4549140"/>
            <a:ext cx="640079" cy="2362200"/>
          </a:xfrm>
          <a:prstGeom prst="bentArrow">
            <a:avLst>
              <a:gd name="adj1" fmla="val 18695"/>
              <a:gd name="adj2" fmla="val 15196"/>
              <a:gd name="adj3" fmla="val 21051"/>
              <a:gd name="adj4" fmla="val 28064"/>
            </a:avLst>
          </a:prstGeom>
          <a:solidFill>
            <a:srgbClr val="2F7EB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Arial" pitchFamily="34" charset="0"/>
              <a:ea typeface="+mn-ea"/>
              <a:cs typeface="Arial" pitchFamily="34" charset="0"/>
            </a:endParaRPr>
          </a:p>
        </p:txBody>
      </p:sp>
      <p:sp>
        <p:nvSpPr>
          <p:cNvPr id="105" name="object 39">
            <a:extLst>
              <a:ext uri="{FF2B5EF4-FFF2-40B4-BE49-F238E27FC236}">
                <a16:creationId xmlns:a16="http://schemas.microsoft.com/office/drawing/2014/main" id="{2DDAC728-3579-45B4-9182-06A1E4804691}"/>
              </a:ext>
            </a:extLst>
          </p:cNvPr>
          <p:cNvSpPr/>
          <p:nvPr/>
        </p:nvSpPr>
        <p:spPr>
          <a:xfrm>
            <a:off x="10213112" y="4023546"/>
            <a:ext cx="1577340" cy="916940"/>
          </a:xfrm>
          <a:custGeom>
            <a:avLst/>
            <a:gdLst/>
            <a:ahLst/>
            <a:cxnLst/>
            <a:rect l="l" t="t" r="r" b="b"/>
            <a:pathLst>
              <a:path w="1577340" h="916939">
                <a:moveTo>
                  <a:pt x="0" y="916939"/>
                </a:moveTo>
                <a:lnTo>
                  <a:pt x="1577340" y="916939"/>
                </a:lnTo>
                <a:lnTo>
                  <a:pt x="1577340" y="0"/>
                </a:lnTo>
                <a:lnTo>
                  <a:pt x="0" y="0"/>
                </a:lnTo>
                <a:lnTo>
                  <a:pt x="0" y="916939"/>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06" name="object 40">
            <a:extLst>
              <a:ext uri="{FF2B5EF4-FFF2-40B4-BE49-F238E27FC236}">
                <a16:creationId xmlns:a16="http://schemas.microsoft.com/office/drawing/2014/main" id="{5DA6F0A9-411A-4E6E-9D58-AA01679E99EB}"/>
              </a:ext>
            </a:extLst>
          </p:cNvPr>
          <p:cNvSpPr/>
          <p:nvPr/>
        </p:nvSpPr>
        <p:spPr>
          <a:xfrm>
            <a:off x="10213112" y="4023546"/>
            <a:ext cx="1577340" cy="916940"/>
          </a:xfrm>
          <a:custGeom>
            <a:avLst/>
            <a:gdLst/>
            <a:ahLst/>
            <a:cxnLst/>
            <a:rect l="l" t="t" r="r" b="b"/>
            <a:pathLst>
              <a:path w="1577340" h="916939">
                <a:moveTo>
                  <a:pt x="0" y="916939"/>
                </a:moveTo>
                <a:lnTo>
                  <a:pt x="1577340" y="916939"/>
                </a:lnTo>
                <a:lnTo>
                  <a:pt x="1577340" y="0"/>
                </a:lnTo>
                <a:lnTo>
                  <a:pt x="0" y="0"/>
                </a:lnTo>
                <a:lnTo>
                  <a:pt x="0" y="916939"/>
                </a:lnTo>
                <a:close/>
              </a:path>
            </a:pathLst>
          </a:custGeom>
          <a:ln w="9525">
            <a:solidFill>
              <a:srgbClr val="00000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07" name="object 41">
            <a:extLst>
              <a:ext uri="{FF2B5EF4-FFF2-40B4-BE49-F238E27FC236}">
                <a16:creationId xmlns:a16="http://schemas.microsoft.com/office/drawing/2014/main" id="{4BE8C3C2-79BF-442B-AECC-34F03A1A091F}"/>
              </a:ext>
            </a:extLst>
          </p:cNvPr>
          <p:cNvSpPr/>
          <p:nvPr/>
        </p:nvSpPr>
        <p:spPr>
          <a:xfrm>
            <a:off x="10817631" y="4236905"/>
            <a:ext cx="868679" cy="436880"/>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08" name="object 42">
            <a:extLst>
              <a:ext uri="{FF2B5EF4-FFF2-40B4-BE49-F238E27FC236}">
                <a16:creationId xmlns:a16="http://schemas.microsoft.com/office/drawing/2014/main" id="{958083BD-A092-4E79-B018-C3B8E11AA079}"/>
              </a:ext>
            </a:extLst>
          </p:cNvPr>
          <p:cNvSpPr/>
          <p:nvPr/>
        </p:nvSpPr>
        <p:spPr>
          <a:xfrm>
            <a:off x="10812805" y="4232079"/>
            <a:ext cx="878205" cy="446405"/>
          </a:xfrm>
          <a:custGeom>
            <a:avLst/>
            <a:gdLst/>
            <a:ahLst/>
            <a:cxnLst/>
            <a:rect l="l" t="t" r="r" b="b"/>
            <a:pathLst>
              <a:path w="878204" h="446404">
                <a:moveTo>
                  <a:pt x="0" y="446405"/>
                </a:moveTo>
                <a:lnTo>
                  <a:pt x="878204" y="446405"/>
                </a:lnTo>
                <a:lnTo>
                  <a:pt x="878204" y="0"/>
                </a:lnTo>
                <a:lnTo>
                  <a:pt x="0" y="0"/>
                </a:lnTo>
                <a:lnTo>
                  <a:pt x="0" y="446405"/>
                </a:lnTo>
                <a:close/>
              </a:path>
            </a:pathLst>
          </a:custGeom>
          <a:ln w="9525">
            <a:solidFill>
              <a:srgbClr val="A6A6A6"/>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09" name="object 43">
            <a:extLst>
              <a:ext uri="{FF2B5EF4-FFF2-40B4-BE49-F238E27FC236}">
                <a16:creationId xmlns:a16="http://schemas.microsoft.com/office/drawing/2014/main" id="{467EE62C-AA66-4B0A-893D-5BC7A8663DEB}"/>
              </a:ext>
            </a:extLst>
          </p:cNvPr>
          <p:cNvSpPr/>
          <p:nvPr/>
        </p:nvSpPr>
        <p:spPr>
          <a:xfrm>
            <a:off x="10533152" y="4427405"/>
            <a:ext cx="871220" cy="439419"/>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10" name="object 44">
            <a:extLst>
              <a:ext uri="{FF2B5EF4-FFF2-40B4-BE49-F238E27FC236}">
                <a16:creationId xmlns:a16="http://schemas.microsoft.com/office/drawing/2014/main" id="{6D5BB3BF-8CDF-4FE0-AAF3-0F7D7C402E20}"/>
              </a:ext>
            </a:extLst>
          </p:cNvPr>
          <p:cNvSpPr/>
          <p:nvPr/>
        </p:nvSpPr>
        <p:spPr>
          <a:xfrm>
            <a:off x="10528326" y="4422579"/>
            <a:ext cx="880744" cy="448945"/>
          </a:xfrm>
          <a:custGeom>
            <a:avLst/>
            <a:gdLst/>
            <a:ahLst/>
            <a:cxnLst/>
            <a:rect l="l" t="t" r="r" b="b"/>
            <a:pathLst>
              <a:path w="880745" h="448945">
                <a:moveTo>
                  <a:pt x="0" y="448945"/>
                </a:moveTo>
                <a:lnTo>
                  <a:pt x="880745" y="448945"/>
                </a:lnTo>
                <a:lnTo>
                  <a:pt x="880745" y="0"/>
                </a:lnTo>
                <a:lnTo>
                  <a:pt x="0" y="0"/>
                </a:lnTo>
                <a:lnTo>
                  <a:pt x="0" y="448945"/>
                </a:lnTo>
                <a:close/>
              </a:path>
            </a:pathLst>
          </a:custGeom>
          <a:ln w="9525">
            <a:solidFill>
              <a:srgbClr val="A6A6A6"/>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11" name="object 45">
            <a:extLst>
              <a:ext uri="{FF2B5EF4-FFF2-40B4-BE49-F238E27FC236}">
                <a16:creationId xmlns:a16="http://schemas.microsoft.com/office/drawing/2014/main" id="{3C63EF2F-5C8A-4552-8053-69851F3279A6}"/>
              </a:ext>
            </a:extLst>
          </p:cNvPr>
          <p:cNvSpPr/>
          <p:nvPr/>
        </p:nvSpPr>
        <p:spPr>
          <a:xfrm>
            <a:off x="10307091" y="4168326"/>
            <a:ext cx="871220" cy="439419"/>
          </a:xfrm>
          <a:prstGeom prst="rect">
            <a:avLst/>
          </a:prstGeom>
          <a:blipFill>
            <a:blip r:embed="rId4" cstate="print"/>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rial"/>
              <a:ea typeface="+mn-ea"/>
              <a:cs typeface="+mn-cs"/>
            </a:endParaRPr>
          </a:p>
        </p:txBody>
      </p:sp>
      <p:sp>
        <p:nvSpPr>
          <p:cNvPr id="112" name="object 46">
            <a:extLst>
              <a:ext uri="{FF2B5EF4-FFF2-40B4-BE49-F238E27FC236}">
                <a16:creationId xmlns:a16="http://schemas.microsoft.com/office/drawing/2014/main" id="{8B35E145-382D-4CAC-99DD-F292143ED526}"/>
              </a:ext>
            </a:extLst>
          </p:cNvPr>
          <p:cNvSpPr/>
          <p:nvPr/>
        </p:nvSpPr>
        <p:spPr>
          <a:xfrm>
            <a:off x="10302265" y="4163627"/>
            <a:ext cx="880744" cy="448945"/>
          </a:xfrm>
          <a:custGeom>
            <a:avLst/>
            <a:gdLst/>
            <a:ahLst/>
            <a:cxnLst/>
            <a:rect l="l" t="t" r="r" b="b"/>
            <a:pathLst>
              <a:path w="880745" h="448945">
                <a:moveTo>
                  <a:pt x="0" y="448944"/>
                </a:moveTo>
                <a:lnTo>
                  <a:pt x="880745" y="448944"/>
                </a:lnTo>
                <a:lnTo>
                  <a:pt x="880745" y="0"/>
                </a:lnTo>
                <a:lnTo>
                  <a:pt x="0" y="0"/>
                </a:lnTo>
                <a:lnTo>
                  <a:pt x="0" y="448944"/>
                </a:lnTo>
                <a:close/>
              </a:path>
            </a:pathLst>
          </a:custGeom>
          <a:ln w="9525">
            <a:solidFill>
              <a:srgbClr val="A6A6A6"/>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Arial"/>
              <a:ea typeface="+mn-ea"/>
              <a:cs typeface="+mn-cs"/>
            </a:endParaRPr>
          </a:p>
        </p:txBody>
      </p:sp>
      <p:pic>
        <p:nvPicPr>
          <p:cNvPr id="113" name="Picture 112">
            <a:extLst>
              <a:ext uri="{FF2B5EF4-FFF2-40B4-BE49-F238E27FC236}">
                <a16:creationId xmlns:a16="http://schemas.microsoft.com/office/drawing/2014/main" id="{EB2BC2C9-AABB-4568-A721-F590BE3F5AA5}"/>
              </a:ext>
            </a:extLst>
          </p:cNvPr>
          <p:cNvPicPr>
            <a:picLocks noChangeAspect="1"/>
          </p:cNvPicPr>
          <p:nvPr/>
        </p:nvPicPr>
        <p:blipFill>
          <a:blip r:embed="rId5"/>
          <a:stretch>
            <a:fillRect/>
          </a:stretch>
        </p:blipFill>
        <p:spPr>
          <a:xfrm>
            <a:off x="6173048" y="4014093"/>
            <a:ext cx="1607281" cy="938907"/>
          </a:xfrm>
          <a:prstGeom prst="rect">
            <a:avLst/>
          </a:prstGeom>
        </p:spPr>
      </p:pic>
      <p:pic>
        <p:nvPicPr>
          <p:cNvPr id="114" name="Picture 113">
            <a:extLst>
              <a:ext uri="{FF2B5EF4-FFF2-40B4-BE49-F238E27FC236}">
                <a16:creationId xmlns:a16="http://schemas.microsoft.com/office/drawing/2014/main" id="{B6D7D7D2-BFD2-400F-8AD8-3190A5B76738}"/>
              </a:ext>
            </a:extLst>
          </p:cNvPr>
          <p:cNvPicPr>
            <a:picLocks noChangeAspect="1"/>
          </p:cNvPicPr>
          <p:nvPr/>
        </p:nvPicPr>
        <p:blipFill>
          <a:blip r:embed="rId6"/>
          <a:stretch>
            <a:fillRect/>
          </a:stretch>
        </p:blipFill>
        <p:spPr>
          <a:xfrm>
            <a:off x="321541" y="3933015"/>
            <a:ext cx="1659569" cy="1019985"/>
          </a:xfrm>
          <a:prstGeom prst="rect">
            <a:avLst/>
          </a:prstGeom>
        </p:spPr>
      </p:pic>
      <p:pic>
        <p:nvPicPr>
          <p:cNvPr id="115" name="Picture 114">
            <a:extLst>
              <a:ext uri="{FF2B5EF4-FFF2-40B4-BE49-F238E27FC236}">
                <a16:creationId xmlns:a16="http://schemas.microsoft.com/office/drawing/2014/main" id="{BBDFD8E9-1C5D-4021-ABD7-CAF8F08DB608}"/>
              </a:ext>
            </a:extLst>
          </p:cNvPr>
          <p:cNvPicPr>
            <a:picLocks noChangeAspect="1"/>
          </p:cNvPicPr>
          <p:nvPr/>
        </p:nvPicPr>
        <p:blipFill>
          <a:blip r:embed="rId7"/>
          <a:stretch>
            <a:fillRect/>
          </a:stretch>
        </p:blipFill>
        <p:spPr>
          <a:xfrm>
            <a:off x="4345724" y="4023545"/>
            <a:ext cx="1445942" cy="952297"/>
          </a:xfrm>
          <a:prstGeom prst="rect">
            <a:avLst/>
          </a:prstGeom>
          <a:ln>
            <a:solidFill>
              <a:schemeClr val="tx2"/>
            </a:solidFill>
          </a:ln>
        </p:spPr>
      </p:pic>
      <p:pic>
        <p:nvPicPr>
          <p:cNvPr id="116" name="Picture 115" descr="Diagram&#10;&#10;Description automatically generated">
            <a:extLst>
              <a:ext uri="{FF2B5EF4-FFF2-40B4-BE49-F238E27FC236}">
                <a16:creationId xmlns:a16="http://schemas.microsoft.com/office/drawing/2014/main" id="{64192BF4-49A6-4367-8949-92FEF3C30A8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370720" y="4023545"/>
            <a:ext cx="1510953" cy="952297"/>
          </a:xfrm>
          <a:prstGeom prst="rect">
            <a:avLst/>
          </a:prstGeom>
          <a:ln>
            <a:solidFill>
              <a:schemeClr val="tx2"/>
            </a:solidFill>
          </a:ln>
        </p:spPr>
      </p:pic>
      <p:sp>
        <p:nvSpPr>
          <p:cNvPr id="66" name="Rounded Rectangle 97">
            <a:extLst>
              <a:ext uri="{FF2B5EF4-FFF2-40B4-BE49-F238E27FC236}">
                <a16:creationId xmlns:a16="http://schemas.microsoft.com/office/drawing/2014/main" id="{1675AD1A-BC71-4DB5-B03C-326FA2B787AA}"/>
              </a:ext>
            </a:extLst>
          </p:cNvPr>
          <p:cNvSpPr/>
          <p:nvPr/>
        </p:nvSpPr>
        <p:spPr bwMode="auto">
          <a:xfrm>
            <a:off x="2312295" y="3299428"/>
            <a:ext cx="1600200" cy="228600"/>
          </a:xfrm>
          <a:prstGeom prst="roundRect">
            <a:avLst>
              <a:gd name="adj" fmla="val 32374"/>
            </a:avLst>
          </a:prstGeom>
          <a:noFill/>
          <a:ln w="19050" algn="ctr">
            <a:noFill/>
            <a:round/>
            <a:headEnd/>
            <a:tailEnd/>
          </a:ln>
        </p:spPr>
        <p:txBody>
          <a:bodyPr lIns="9144" tIns="9144" rIns="9144" bIns="9144"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Scenario models</a:t>
            </a:r>
          </a:p>
        </p:txBody>
      </p:sp>
      <p:sp>
        <p:nvSpPr>
          <p:cNvPr id="67" name="Rounded Rectangle 97">
            <a:extLst>
              <a:ext uri="{FF2B5EF4-FFF2-40B4-BE49-F238E27FC236}">
                <a16:creationId xmlns:a16="http://schemas.microsoft.com/office/drawing/2014/main" id="{2AAC7201-BCC1-4F37-B9C5-5C20EBD6640E}"/>
              </a:ext>
            </a:extLst>
          </p:cNvPr>
          <p:cNvSpPr/>
          <p:nvPr/>
        </p:nvSpPr>
        <p:spPr bwMode="auto">
          <a:xfrm>
            <a:off x="2312295" y="3595086"/>
            <a:ext cx="1600200" cy="228600"/>
          </a:xfrm>
          <a:prstGeom prst="roundRect">
            <a:avLst>
              <a:gd name="adj" fmla="val 32374"/>
            </a:avLst>
          </a:prstGeom>
          <a:noFill/>
          <a:ln w="19050" algn="ctr">
            <a:noFill/>
            <a:round/>
            <a:headEnd/>
            <a:tailEnd/>
          </a:ln>
        </p:spPr>
        <p:txBody>
          <a:bodyPr lIns="9144" tIns="9144" rIns="9144" bIns="9144"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Environment models</a:t>
            </a:r>
          </a:p>
        </p:txBody>
      </p:sp>
      <p:sp>
        <p:nvSpPr>
          <p:cNvPr id="3" name="Title 2">
            <a:extLst>
              <a:ext uri="{FF2B5EF4-FFF2-40B4-BE49-F238E27FC236}">
                <a16:creationId xmlns:a16="http://schemas.microsoft.com/office/drawing/2014/main" id="{95495932-B46D-8E94-DA82-7FEB4082C2A9}"/>
              </a:ext>
            </a:extLst>
          </p:cNvPr>
          <p:cNvSpPr>
            <a:spLocks noGrp="1"/>
          </p:cNvSpPr>
          <p:nvPr>
            <p:ph type="title"/>
          </p:nvPr>
        </p:nvSpPr>
        <p:spPr>
          <a:xfrm>
            <a:off x="609602" y="457200"/>
            <a:ext cx="10769600" cy="990600"/>
          </a:xfrm>
        </p:spPr>
        <p:txBody>
          <a:bodyPr/>
          <a:lstStyle/>
          <a:p>
            <a:r>
              <a:rPr kumimoji="0" lang="en-US" sz="1600" b="0" i="0" u="none" strike="noStrike" kern="0" cap="none" spc="-10" normalizeH="0" baseline="0" noProof="0" dirty="0">
                <a:ln>
                  <a:noFill/>
                </a:ln>
                <a:solidFill>
                  <a:srgbClr val="000000"/>
                </a:solidFill>
                <a:effectLst/>
                <a:uLnTx/>
                <a:uFillTx/>
                <a:latin typeface="Arial Black"/>
                <a:ea typeface="+mj-ea"/>
                <a:cs typeface="Arial Black"/>
              </a:rPr>
              <a:t>Authoritative </a:t>
            </a:r>
            <a:r>
              <a:rPr kumimoji="0" lang="en-US" sz="1600" b="0" i="0" u="none" strike="noStrike" kern="0" cap="none" spc="0" normalizeH="0" baseline="0" noProof="0" dirty="0">
                <a:ln>
                  <a:noFill/>
                </a:ln>
                <a:solidFill>
                  <a:srgbClr val="000000"/>
                </a:solidFill>
                <a:effectLst/>
                <a:uLnTx/>
                <a:uFillTx/>
                <a:latin typeface="Arial Black"/>
                <a:ea typeface="+mj-ea"/>
                <a:cs typeface="Arial Black"/>
              </a:rPr>
              <a:t>Source of Truth ▪ </a:t>
            </a:r>
            <a:r>
              <a:rPr kumimoji="0" lang="en-US" sz="1600" b="0" i="0" u="none" strike="noStrike" kern="0" cap="none" spc="-15" normalizeH="0" baseline="0" noProof="0" dirty="0">
                <a:ln>
                  <a:noFill/>
                </a:ln>
                <a:solidFill>
                  <a:srgbClr val="000000"/>
                </a:solidFill>
                <a:effectLst/>
                <a:uLnTx/>
                <a:uFillTx/>
                <a:latin typeface="Arial Black"/>
                <a:ea typeface="+mj-ea"/>
                <a:cs typeface="Arial Black"/>
              </a:rPr>
              <a:t>Reuse/Refine </a:t>
            </a:r>
            <a:r>
              <a:rPr kumimoji="0" lang="en-US" sz="1600" b="0" i="0" u="none" strike="noStrike" kern="0" cap="none" spc="0" normalizeH="0" baseline="0" noProof="0" dirty="0">
                <a:ln>
                  <a:noFill/>
                </a:ln>
                <a:solidFill>
                  <a:srgbClr val="000000"/>
                </a:solidFill>
                <a:effectLst/>
                <a:uLnTx/>
                <a:uFillTx/>
                <a:latin typeface="Arial Black"/>
                <a:ea typeface="+mj-ea"/>
                <a:cs typeface="Arial Black"/>
              </a:rPr>
              <a:t>▪ </a:t>
            </a:r>
            <a:r>
              <a:rPr kumimoji="0" lang="en-US" sz="1600" b="0" i="0" u="none" strike="noStrike" kern="0" cap="none" spc="-20" normalizeH="0" baseline="0" noProof="0" dirty="0">
                <a:ln>
                  <a:noFill/>
                </a:ln>
                <a:solidFill>
                  <a:srgbClr val="000000"/>
                </a:solidFill>
                <a:effectLst/>
                <a:uLnTx/>
                <a:uFillTx/>
                <a:latin typeface="Arial Black"/>
                <a:ea typeface="+mj-ea"/>
                <a:cs typeface="Arial Black"/>
              </a:rPr>
              <a:t>Value </a:t>
            </a:r>
            <a:r>
              <a:rPr kumimoji="0" lang="en-US" sz="1600" b="0" i="0" u="none" strike="noStrike" kern="0" cap="none" spc="-15" normalizeH="0" baseline="0" noProof="0" dirty="0">
                <a:ln>
                  <a:noFill/>
                </a:ln>
                <a:solidFill>
                  <a:srgbClr val="000000"/>
                </a:solidFill>
                <a:effectLst/>
                <a:uLnTx/>
                <a:uFillTx/>
                <a:latin typeface="Arial Black"/>
                <a:ea typeface="+mj-ea"/>
                <a:cs typeface="Arial Black"/>
              </a:rPr>
              <a:t>at </a:t>
            </a:r>
            <a:r>
              <a:rPr kumimoji="0" lang="en-US" sz="1600" b="0" i="0" u="none" strike="noStrike" kern="0" cap="none" spc="0" normalizeH="0" baseline="0" noProof="0" dirty="0">
                <a:ln>
                  <a:noFill/>
                </a:ln>
                <a:solidFill>
                  <a:srgbClr val="000000"/>
                </a:solidFill>
                <a:effectLst/>
                <a:uLnTx/>
                <a:uFillTx/>
                <a:latin typeface="Arial Black"/>
                <a:ea typeface="+mj-ea"/>
                <a:cs typeface="Arial Black"/>
              </a:rPr>
              <a:t>Multiple</a:t>
            </a:r>
            <a:r>
              <a:rPr kumimoji="0" lang="en-US" sz="1600" b="0" i="0" u="none" strike="noStrike" kern="0" cap="none" spc="120" normalizeH="0" baseline="0" noProof="0" dirty="0">
                <a:ln>
                  <a:noFill/>
                </a:ln>
                <a:solidFill>
                  <a:srgbClr val="000000"/>
                </a:solidFill>
                <a:effectLst/>
                <a:uLnTx/>
                <a:uFillTx/>
                <a:latin typeface="Arial Black"/>
                <a:ea typeface="+mj-ea"/>
                <a:cs typeface="Arial Black"/>
              </a:rPr>
              <a:t> </a:t>
            </a:r>
            <a:r>
              <a:rPr kumimoji="0" lang="en-US" sz="1600" b="0" i="0" u="none" strike="noStrike" kern="0" cap="none" spc="-5" normalizeH="0" baseline="0" noProof="0" dirty="0">
                <a:ln>
                  <a:noFill/>
                </a:ln>
                <a:solidFill>
                  <a:srgbClr val="000000"/>
                </a:solidFill>
                <a:effectLst/>
                <a:uLnTx/>
                <a:uFillTx/>
                <a:latin typeface="Arial Black"/>
                <a:ea typeface="+mj-ea"/>
                <a:cs typeface="Arial Black"/>
              </a:rPr>
              <a:t>Stages</a:t>
            </a:r>
            <a:br>
              <a:rPr kumimoji="0" lang="en-US" sz="1600" b="0" i="0" u="none" strike="noStrike" kern="0" cap="none" spc="0" normalizeH="0" baseline="0" noProof="0" dirty="0">
                <a:ln>
                  <a:noFill/>
                </a:ln>
                <a:solidFill>
                  <a:srgbClr val="125586"/>
                </a:solidFill>
                <a:effectLst/>
                <a:uLnTx/>
                <a:uFillTx/>
                <a:latin typeface="Arial Black"/>
                <a:ea typeface="+mj-ea"/>
                <a:cs typeface="Arial Black"/>
              </a:rPr>
            </a:br>
            <a:r>
              <a:rPr kumimoji="0" lang="en-US" sz="2800" b="0" i="0" u="none" strike="noStrike" kern="1200" cap="none" spc="0" normalizeH="0" baseline="0" noProof="0" dirty="0">
                <a:ln>
                  <a:noFill/>
                </a:ln>
                <a:effectLst/>
                <a:uLnTx/>
                <a:uFillTx/>
                <a:latin typeface="Arial" pitchFamily="34" charset="0"/>
                <a:ea typeface="+mj-ea"/>
                <a:cs typeface="Arial" pitchFamily="34" charset="0"/>
              </a:rPr>
              <a:t>Digital Engineering</a:t>
            </a:r>
            <a:r>
              <a:rPr kumimoji="0" lang="en-US" sz="2800" b="0" i="0" u="none" strike="noStrike" kern="1200" cap="none" spc="-20" normalizeH="0" baseline="0" noProof="0" dirty="0">
                <a:ln>
                  <a:noFill/>
                </a:ln>
                <a:effectLst/>
                <a:uLnTx/>
                <a:uFillTx/>
                <a:latin typeface="Arial" pitchFamily="34" charset="0"/>
                <a:ea typeface="+mj-ea"/>
                <a:cs typeface="Arial" pitchFamily="34" charset="0"/>
              </a:rPr>
              <a:t> </a:t>
            </a:r>
            <a:r>
              <a:rPr kumimoji="0" lang="en-US" sz="2800" b="0" i="0" u="none" strike="noStrike" kern="1200" cap="none" spc="0" normalizeH="0" baseline="0" noProof="0" dirty="0">
                <a:ln>
                  <a:noFill/>
                </a:ln>
                <a:effectLst/>
                <a:uLnTx/>
                <a:uFillTx/>
                <a:latin typeface="Arial" pitchFamily="34" charset="0"/>
                <a:ea typeface="+mj-ea"/>
                <a:cs typeface="Arial" pitchFamily="34" charset="0"/>
              </a:rPr>
              <a:t>Capabilities</a:t>
            </a:r>
            <a:endParaRPr lang="en-US" dirty="0"/>
          </a:p>
        </p:txBody>
      </p:sp>
    </p:spTree>
    <p:extLst>
      <p:ext uri="{BB962C8B-B14F-4D97-AF65-F5344CB8AC3E}">
        <p14:creationId xmlns:p14="http://schemas.microsoft.com/office/powerpoint/2010/main" val="1774252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191C30-E77D-AF00-6E6E-44025ACFB84C}"/>
              </a:ext>
            </a:extLst>
          </p:cNvPr>
          <p:cNvSpPr>
            <a:spLocks noGrp="1"/>
          </p:cNvSpPr>
          <p:nvPr>
            <p:ph type="title"/>
          </p:nvPr>
        </p:nvSpPr>
        <p:spPr/>
        <p:txBody>
          <a:bodyPr/>
          <a:lstStyle/>
          <a:p>
            <a:r>
              <a:rPr lang="en-US" dirty="0"/>
              <a:t>Exercise 1:</a:t>
            </a:r>
            <a:br>
              <a:rPr lang="en-US" dirty="0"/>
            </a:br>
            <a:r>
              <a:rPr lang="en-US" dirty="0"/>
              <a:t>System-Level Radar Specifications</a:t>
            </a:r>
            <a:br>
              <a:rPr lang="en-US" dirty="0"/>
            </a:br>
            <a:br>
              <a:rPr lang="en-US" dirty="0"/>
            </a:br>
            <a:br>
              <a:rPr lang="en-US" dirty="0"/>
            </a:br>
            <a:endParaRPr lang="en-US" dirty="0"/>
          </a:p>
        </p:txBody>
      </p:sp>
    </p:spTree>
    <p:extLst>
      <p:ext uri="{BB962C8B-B14F-4D97-AF65-F5344CB8AC3E}">
        <p14:creationId xmlns:p14="http://schemas.microsoft.com/office/powerpoint/2010/main" val="3190763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3FE1DA4-74EB-38A6-59AF-D9B2CF9114E4}"/>
              </a:ext>
            </a:extLst>
          </p:cNvPr>
          <p:cNvSpPr>
            <a:spLocks noGrp="1"/>
          </p:cNvSpPr>
          <p:nvPr>
            <p:ph type="title"/>
          </p:nvPr>
        </p:nvSpPr>
        <p:spPr/>
        <p:txBody>
          <a:bodyPr/>
          <a:lstStyle/>
          <a:p>
            <a:r>
              <a:rPr lang="en-US" sz="2600"/>
              <a:t>Step 1 – Radar Specifications: Model, Analyze &amp; Simulate, Flow-down</a:t>
            </a:r>
          </a:p>
        </p:txBody>
      </p:sp>
      <p:sp>
        <p:nvSpPr>
          <p:cNvPr id="4" name="Content Placeholder 3">
            <a:extLst>
              <a:ext uri="{FF2B5EF4-FFF2-40B4-BE49-F238E27FC236}">
                <a16:creationId xmlns:a16="http://schemas.microsoft.com/office/drawing/2014/main" id="{10A14994-1232-9D16-98DE-F6D7FE9D8242}"/>
              </a:ext>
            </a:extLst>
          </p:cNvPr>
          <p:cNvSpPr>
            <a:spLocks noGrp="1"/>
          </p:cNvSpPr>
          <p:nvPr>
            <p:ph idx="1"/>
          </p:nvPr>
        </p:nvSpPr>
        <p:spPr/>
        <p:txBody>
          <a:bodyPr>
            <a:normAutofit lnSpcReduction="10000"/>
          </a:bodyPr>
          <a:lstStyle/>
          <a:p>
            <a:pPr marL="0" indent="0">
              <a:buNone/>
            </a:pPr>
            <a:r>
              <a:rPr lang="en-US" sz="2000"/>
              <a:t>A. Model System Architecture</a:t>
            </a:r>
          </a:p>
          <a:p>
            <a:pPr marL="0" indent="0">
              <a:buNone/>
            </a:pPr>
            <a:r>
              <a:rPr lang="en-US" sz="2000"/>
              <a:t>B. Identify &amp; Allocate System Level Requirements:</a:t>
            </a:r>
          </a:p>
          <a:p>
            <a:pPr lvl="1"/>
            <a:r>
              <a:rPr lang="en-US"/>
              <a:t>Min/Max range, Minimum resolution &amp; RCS</a:t>
            </a:r>
          </a:p>
          <a:p>
            <a:pPr lvl="1"/>
            <a:r>
              <a:rPr lang="en-US"/>
              <a:t>Operating frequency, Probability of false alarm</a:t>
            </a:r>
          </a:p>
          <a:p>
            <a:pPr marL="0" indent="0">
              <a:buNone/>
            </a:pPr>
            <a:r>
              <a:rPr lang="en-US" sz="2000"/>
              <a:t>C. Analyze System and Derive Subsystem Spec </a:t>
            </a:r>
          </a:p>
          <a:p>
            <a:pPr marL="0" indent="0">
              <a:buNone/>
            </a:pPr>
            <a:r>
              <a:rPr lang="en-US" sz="2000"/>
              <a:t>        e.g. Design waveform and digital signal processing</a:t>
            </a:r>
          </a:p>
          <a:p>
            <a:pPr lvl="1"/>
            <a:r>
              <a:rPr lang="en-US"/>
              <a:t>Pulse bandwidth, width, repetition frequency</a:t>
            </a:r>
          </a:p>
          <a:p>
            <a:pPr lvl="1"/>
            <a:r>
              <a:rPr lang="en-US"/>
              <a:t>Number of pulses</a:t>
            </a:r>
          </a:p>
          <a:p>
            <a:pPr marL="0" indent="0">
              <a:buNone/>
            </a:pPr>
            <a:r>
              <a:rPr lang="en-US" sz="2000"/>
              <a:t>D. Derived RF specs</a:t>
            </a:r>
          </a:p>
          <a:p>
            <a:pPr lvl="1"/>
            <a:r>
              <a:rPr lang="en-US"/>
              <a:t>Transmitter peak power</a:t>
            </a:r>
          </a:p>
          <a:p>
            <a:pPr lvl="1"/>
            <a:r>
              <a:rPr lang="en-US"/>
              <a:t>Receiver noise figure</a:t>
            </a:r>
          </a:p>
          <a:p>
            <a:pPr lvl="1"/>
            <a:r>
              <a:rPr lang="en-US"/>
              <a:t>Antenna directivity</a:t>
            </a:r>
          </a:p>
          <a:p>
            <a:pPr lvl="1"/>
            <a:r>
              <a:rPr lang="en-US"/>
              <a:t>Array size</a:t>
            </a:r>
          </a:p>
        </p:txBody>
      </p:sp>
      <p:sp>
        <p:nvSpPr>
          <p:cNvPr id="2" name="Right Brace 1">
            <a:extLst>
              <a:ext uri="{FF2B5EF4-FFF2-40B4-BE49-F238E27FC236}">
                <a16:creationId xmlns:a16="http://schemas.microsoft.com/office/drawing/2014/main" id="{6D3DC633-0450-CCC0-58A4-28EC620B9C85}"/>
              </a:ext>
            </a:extLst>
          </p:cNvPr>
          <p:cNvSpPr/>
          <p:nvPr/>
        </p:nvSpPr>
        <p:spPr>
          <a:xfrm>
            <a:off x="4581258" y="4689509"/>
            <a:ext cx="609600" cy="1398470"/>
          </a:xfrm>
          <a:prstGeom prst="rightBrace">
            <a:avLst/>
          </a:pr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b="1">
              <a:solidFill>
                <a:schemeClr val="accent2"/>
              </a:solidFill>
            </a:endParaRPr>
          </a:p>
        </p:txBody>
      </p:sp>
      <p:pic>
        <p:nvPicPr>
          <p:cNvPr id="5" name="Graphic 4" descr="Male profile with solid fill">
            <a:extLst>
              <a:ext uri="{FF2B5EF4-FFF2-40B4-BE49-F238E27FC236}">
                <a16:creationId xmlns:a16="http://schemas.microsoft.com/office/drawing/2014/main" id="{35EF8FBC-5668-7C6E-B5E9-5C7CE1FC75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07806" y="4920916"/>
            <a:ext cx="914400" cy="914400"/>
          </a:xfrm>
          <a:prstGeom prst="rect">
            <a:avLst/>
          </a:prstGeom>
        </p:spPr>
      </p:pic>
      <p:sp>
        <p:nvSpPr>
          <p:cNvPr id="6" name="TextBox 5">
            <a:extLst>
              <a:ext uri="{FF2B5EF4-FFF2-40B4-BE49-F238E27FC236}">
                <a16:creationId xmlns:a16="http://schemas.microsoft.com/office/drawing/2014/main" id="{21AAEF26-60B2-2315-B974-1501DE01E058}"/>
              </a:ext>
            </a:extLst>
          </p:cNvPr>
          <p:cNvSpPr txBox="1"/>
          <p:nvPr/>
        </p:nvSpPr>
        <p:spPr>
          <a:xfrm>
            <a:off x="6003690" y="5178061"/>
            <a:ext cx="4822346" cy="400110"/>
          </a:xfrm>
          <a:prstGeom prst="rect">
            <a:avLst/>
          </a:prstGeom>
          <a:noFill/>
        </p:spPr>
        <p:txBody>
          <a:bodyPr wrap="none" rtlCol="0">
            <a:spAutoFit/>
          </a:bodyPr>
          <a:lstStyle/>
          <a:p>
            <a:r>
              <a:rPr lang="en-US" sz="2000" i="1">
                <a:solidFill>
                  <a:schemeClr val="accent2"/>
                </a:solidFill>
                <a:latin typeface="Arial" pitchFamily="34" charset="0"/>
                <a:cs typeface="Arial" pitchFamily="34" charset="0"/>
              </a:rPr>
              <a:t>Specs for RF system engineer / designer</a:t>
            </a:r>
          </a:p>
        </p:txBody>
      </p:sp>
    </p:spTree>
    <p:extLst>
      <p:ext uri="{BB962C8B-B14F-4D97-AF65-F5344CB8AC3E}">
        <p14:creationId xmlns:p14="http://schemas.microsoft.com/office/powerpoint/2010/main" val="1550071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35DD78A-31F8-B573-D822-3417BD24B479}"/>
              </a:ext>
            </a:extLst>
          </p:cNvPr>
          <p:cNvPicPr>
            <a:picLocks noChangeAspect="1"/>
          </p:cNvPicPr>
          <p:nvPr/>
        </p:nvPicPr>
        <p:blipFill rotWithShape="1">
          <a:blip r:embed="rId2"/>
          <a:srcRect t="875"/>
          <a:stretch/>
        </p:blipFill>
        <p:spPr>
          <a:xfrm>
            <a:off x="466531" y="1214109"/>
            <a:ext cx="8321789" cy="5191573"/>
          </a:xfrm>
          <a:prstGeom prst="rect">
            <a:avLst/>
          </a:prstGeom>
        </p:spPr>
      </p:pic>
      <p:sp>
        <p:nvSpPr>
          <p:cNvPr id="3" name="Title 2"/>
          <p:cNvSpPr>
            <a:spLocks noGrp="1"/>
          </p:cNvSpPr>
          <p:nvPr>
            <p:ph type="title"/>
          </p:nvPr>
        </p:nvSpPr>
        <p:spPr/>
        <p:txBody>
          <a:bodyPr/>
          <a:lstStyle/>
          <a:p>
            <a:r>
              <a:rPr lang="en-US" sz="2400" err="1"/>
              <a:t>Substep</a:t>
            </a:r>
            <a:r>
              <a:rPr lang="en-US" sz="2400"/>
              <a:t> C. Analyze System and Derive Subsystem Spec</a:t>
            </a:r>
          </a:p>
        </p:txBody>
      </p:sp>
      <p:sp>
        <p:nvSpPr>
          <p:cNvPr id="6" name="TextBox 5">
            <a:extLst>
              <a:ext uri="{FF2B5EF4-FFF2-40B4-BE49-F238E27FC236}">
                <a16:creationId xmlns:a16="http://schemas.microsoft.com/office/drawing/2014/main" id="{7EB47055-EC38-51E3-D583-7D90592358F8}"/>
              </a:ext>
            </a:extLst>
          </p:cNvPr>
          <p:cNvSpPr txBox="1"/>
          <p:nvPr/>
        </p:nvSpPr>
        <p:spPr>
          <a:xfrm>
            <a:off x="8807468" y="1286318"/>
            <a:ext cx="3390672" cy="1631216"/>
          </a:xfrm>
          <a:prstGeom prst="rect">
            <a:avLst/>
          </a:prstGeom>
          <a:noFill/>
        </p:spPr>
        <p:txBody>
          <a:bodyPr wrap="none" rtlCol="0">
            <a:spAutoFit/>
          </a:bodyPr>
          <a:lstStyle/>
          <a:p>
            <a:r>
              <a:rPr lang="en-US" sz="2000" u="sng" dirty="0">
                <a:latin typeface="Arial" pitchFamily="34" charset="0"/>
                <a:cs typeface="Arial" pitchFamily="34" charset="0"/>
              </a:rPr>
              <a:t>System Level Requirements</a:t>
            </a:r>
          </a:p>
          <a:p>
            <a:r>
              <a:rPr lang="en-US" sz="2000" dirty="0">
                <a:latin typeface="Arial" pitchFamily="34" charset="0"/>
                <a:cs typeface="Arial" pitchFamily="34" charset="0"/>
              </a:rPr>
              <a:t>Range = 35 km</a:t>
            </a:r>
          </a:p>
          <a:p>
            <a:r>
              <a:rPr lang="en-US" sz="2000" dirty="0">
                <a:latin typeface="Arial" pitchFamily="34" charset="0"/>
                <a:cs typeface="Arial" pitchFamily="34" charset="0"/>
              </a:rPr>
              <a:t>Resolution = 150 m</a:t>
            </a:r>
          </a:p>
          <a:p>
            <a:r>
              <a:rPr lang="en-US" sz="2000" dirty="0">
                <a:latin typeface="Arial" pitchFamily="34" charset="0"/>
                <a:cs typeface="Arial" pitchFamily="34" charset="0"/>
              </a:rPr>
              <a:t>Center frequency = 2.4 GHz</a:t>
            </a:r>
          </a:p>
          <a:p>
            <a:r>
              <a:rPr lang="en-US" sz="2000" dirty="0">
                <a:latin typeface="Arial" pitchFamily="34" charset="0"/>
                <a:cs typeface="Arial" pitchFamily="34" charset="0"/>
              </a:rPr>
              <a:t>Num pulses = 10</a:t>
            </a:r>
          </a:p>
        </p:txBody>
      </p:sp>
      <p:sp>
        <p:nvSpPr>
          <p:cNvPr id="2" name="Freeform: Shape 1">
            <a:extLst>
              <a:ext uri="{FF2B5EF4-FFF2-40B4-BE49-F238E27FC236}">
                <a16:creationId xmlns:a16="http://schemas.microsoft.com/office/drawing/2014/main" id="{B41992D1-137E-031B-6FDC-6B5DEC9B8B62}"/>
              </a:ext>
            </a:extLst>
          </p:cNvPr>
          <p:cNvSpPr/>
          <p:nvPr/>
        </p:nvSpPr>
        <p:spPr>
          <a:xfrm>
            <a:off x="9743172" y="3077697"/>
            <a:ext cx="1277753" cy="1032029"/>
          </a:xfrm>
          <a:custGeom>
            <a:avLst/>
            <a:gdLst>
              <a:gd name="connsiteX0" fmla="*/ 0 w 316613"/>
              <a:gd name="connsiteY0" fmla="*/ 75987 h 379935"/>
              <a:gd name="connsiteX1" fmla="*/ 158307 w 316613"/>
              <a:gd name="connsiteY1" fmla="*/ 75987 h 379935"/>
              <a:gd name="connsiteX2" fmla="*/ 158307 w 316613"/>
              <a:gd name="connsiteY2" fmla="*/ 0 h 379935"/>
              <a:gd name="connsiteX3" fmla="*/ 316613 w 316613"/>
              <a:gd name="connsiteY3" fmla="*/ 189968 h 379935"/>
              <a:gd name="connsiteX4" fmla="*/ 158307 w 316613"/>
              <a:gd name="connsiteY4" fmla="*/ 379935 h 379935"/>
              <a:gd name="connsiteX5" fmla="*/ 158307 w 316613"/>
              <a:gd name="connsiteY5" fmla="*/ 303948 h 379935"/>
              <a:gd name="connsiteX6" fmla="*/ 0 w 316613"/>
              <a:gd name="connsiteY6" fmla="*/ 303948 h 379935"/>
              <a:gd name="connsiteX7" fmla="*/ 0 w 316613"/>
              <a:gd name="connsiteY7" fmla="*/ 75987 h 37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613" h="379935">
                <a:moveTo>
                  <a:pt x="253290" y="0"/>
                </a:moveTo>
                <a:lnTo>
                  <a:pt x="253290" y="189968"/>
                </a:lnTo>
                <a:lnTo>
                  <a:pt x="316613" y="189968"/>
                </a:lnTo>
                <a:lnTo>
                  <a:pt x="158306" y="379935"/>
                </a:lnTo>
                <a:lnTo>
                  <a:pt x="0" y="189968"/>
                </a:lnTo>
                <a:lnTo>
                  <a:pt x="63323" y="189968"/>
                </a:lnTo>
                <a:lnTo>
                  <a:pt x="63323" y="0"/>
                </a:lnTo>
                <a:lnTo>
                  <a:pt x="253290" y="0"/>
                </a:lnTo>
                <a:close/>
              </a:path>
            </a:pathLst>
          </a:custGeom>
          <a:solidFill>
            <a:schemeClr val="accent5">
              <a:lumMod val="40000"/>
              <a:lumOff val="60000"/>
            </a:schemeClr>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75987" tIns="0" rIns="75987" bIns="94984" numCol="1" spcCol="1270" anchor="ctr" anchorCtr="0">
            <a:noAutofit/>
          </a:bodyPr>
          <a:lstStyle/>
          <a:p>
            <a:pPr marL="0" lvl="0" indent="0" algn="ctr" defTabSz="666750">
              <a:lnSpc>
                <a:spcPct val="90000"/>
              </a:lnSpc>
              <a:spcBef>
                <a:spcPct val="0"/>
              </a:spcBef>
              <a:spcAft>
                <a:spcPct val="35000"/>
              </a:spcAft>
              <a:buNone/>
            </a:pPr>
            <a:r>
              <a:rPr lang="en-US" sz="1500" kern="1200">
                <a:solidFill>
                  <a:schemeClr val="tx1"/>
                </a:solidFill>
              </a:rPr>
              <a:t>Radar</a:t>
            </a:r>
          </a:p>
          <a:p>
            <a:pPr marL="0" lvl="0" indent="0" algn="ctr" defTabSz="666750">
              <a:lnSpc>
                <a:spcPct val="90000"/>
              </a:lnSpc>
              <a:spcBef>
                <a:spcPct val="0"/>
              </a:spcBef>
              <a:spcAft>
                <a:spcPct val="35000"/>
              </a:spcAft>
              <a:buNone/>
            </a:pPr>
            <a:r>
              <a:rPr lang="en-US" sz="1500">
                <a:solidFill>
                  <a:schemeClr val="tx1"/>
                </a:solidFill>
              </a:rPr>
              <a:t>Designer</a:t>
            </a:r>
            <a:endParaRPr lang="en-NL" sz="1500" kern="1200">
              <a:solidFill>
                <a:schemeClr val="tx1"/>
              </a:solidFill>
            </a:endParaRPr>
          </a:p>
        </p:txBody>
      </p:sp>
      <p:sp>
        <p:nvSpPr>
          <p:cNvPr id="13" name="TextBox 12">
            <a:extLst>
              <a:ext uri="{FF2B5EF4-FFF2-40B4-BE49-F238E27FC236}">
                <a16:creationId xmlns:a16="http://schemas.microsoft.com/office/drawing/2014/main" id="{C0CAEE0A-FED9-044B-1DE1-18FB96CE2119}"/>
              </a:ext>
            </a:extLst>
          </p:cNvPr>
          <p:cNvSpPr txBox="1"/>
          <p:nvPr/>
        </p:nvSpPr>
        <p:spPr>
          <a:xfrm>
            <a:off x="11079855" y="260059"/>
            <a:ext cx="1009223" cy="397195"/>
          </a:xfrm>
          <a:prstGeom prst="rect">
            <a:avLst/>
          </a:prstGeom>
          <a:noFill/>
        </p:spPr>
        <p:txBody>
          <a:bodyPr wrap="square" rtlCol="0">
            <a:spAutoFit/>
          </a:bodyPr>
          <a:lstStyle/>
          <a:p>
            <a:r>
              <a:rPr lang="en-US" sz="2000" b="1">
                <a:solidFill>
                  <a:schemeClr val="accent1"/>
                </a:solidFill>
                <a:latin typeface="Arial" pitchFamily="34" charset="0"/>
                <a:cs typeface="Arial" pitchFamily="34" charset="0"/>
              </a:rPr>
              <a:t>DEMO</a:t>
            </a:r>
            <a:endParaRPr lang="en-NL" sz="2000" b="1">
              <a:solidFill>
                <a:schemeClr val="accent1"/>
              </a:solidFill>
              <a:latin typeface="Arial" pitchFamily="34" charset="0"/>
              <a:cs typeface="Arial" pitchFamily="34" charset="0"/>
            </a:endParaRPr>
          </a:p>
        </p:txBody>
      </p:sp>
      <p:sp>
        <p:nvSpPr>
          <p:cNvPr id="14" name="TextBox 13">
            <a:extLst>
              <a:ext uri="{FF2B5EF4-FFF2-40B4-BE49-F238E27FC236}">
                <a16:creationId xmlns:a16="http://schemas.microsoft.com/office/drawing/2014/main" id="{D0D253CF-2DAC-4727-2B9B-7BE27CD60277}"/>
              </a:ext>
            </a:extLst>
          </p:cNvPr>
          <p:cNvSpPr txBox="1"/>
          <p:nvPr/>
        </p:nvSpPr>
        <p:spPr>
          <a:xfrm>
            <a:off x="0" y="6457890"/>
            <a:ext cx="2492990" cy="400110"/>
          </a:xfrm>
          <a:prstGeom prst="rect">
            <a:avLst/>
          </a:prstGeom>
          <a:noFill/>
        </p:spPr>
        <p:txBody>
          <a:bodyPr wrap="none" rtlCol="0">
            <a:spAutoFit/>
          </a:bodyPr>
          <a:lstStyle/>
          <a:p>
            <a:r>
              <a:rPr lang="en-US" sz="2000" b="1" err="1">
                <a:latin typeface="Courier New" panose="02070309020205020404" pitchFamily="49" charset="0"/>
                <a:cs typeface="Courier New" panose="02070309020205020404" pitchFamily="49" charset="0"/>
              </a:rPr>
              <a:t>RadarDesign.mat</a:t>
            </a:r>
            <a:endParaRPr lang="en-US" sz="2000" b="1">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B1CC8BBC-C303-1B64-4F44-885FB13C6CD7}"/>
              </a:ext>
            </a:extLst>
          </p:cNvPr>
          <p:cNvSpPr txBox="1"/>
          <p:nvPr/>
        </p:nvSpPr>
        <p:spPr>
          <a:xfrm>
            <a:off x="8845882" y="3785359"/>
            <a:ext cx="3264035" cy="2554545"/>
          </a:xfrm>
          <a:prstGeom prst="rect">
            <a:avLst/>
          </a:prstGeom>
          <a:noFill/>
        </p:spPr>
        <p:txBody>
          <a:bodyPr wrap="none" rtlCol="0">
            <a:spAutoFit/>
          </a:bodyPr>
          <a:lstStyle/>
          <a:p>
            <a:endParaRPr lang="en-US" sz="2000" dirty="0">
              <a:latin typeface="Arial" pitchFamily="34" charset="0"/>
              <a:cs typeface="Arial" pitchFamily="34" charset="0"/>
            </a:endParaRPr>
          </a:p>
          <a:p>
            <a:endParaRPr lang="en-US" sz="2000" dirty="0">
              <a:latin typeface="Arial" pitchFamily="34" charset="0"/>
              <a:cs typeface="Arial" pitchFamily="34" charset="0"/>
            </a:endParaRPr>
          </a:p>
          <a:p>
            <a:r>
              <a:rPr lang="en-US" sz="2000" u="sng" dirty="0">
                <a:latin typeface="Arial" pitchFamily="34" charset="0"/>
                <a:cs typeface="Arial" pitchFamily="34" charset="0"/>
              </a:rPr>
              <a:t>Derived Component </a:t>
            </a:r>
            <a:r>
              <a:rPr lang="en-US" sz="2000" u="sng" dirty="0" err="1">
                <a:latin typeface="Arial" pitchFamily="34" charset="0"/>
                <a:cs typeface="Arial" pitchFamily="34" charset="0"/>
              </a:rPr>
              <a:t>Req’ts</a:t>
            </a:r>
            <a:endParaRPr lang="en-US" sz="2000" u="sng" dirty="0">
              <a:latin typeface="Arial" pitchFamily="34" charset="0"/>
              <a:cs typeface="Arial" pitchFamily="34" charset="0"/>
            </a:endParaRPr>
          </a:p>
          <a:p>
            <a:r>
              <a:rPr lang="en-US" sz="2000" dirty="0">
                <a:latin typeface="Arial" pitchFamily="34" charset="0"/>
                <a:cs typeface="Arial" pitchFamily="34" charset="0"/>
              </a:rPr>
              <a:t>TX peak power = 53dBm</a:t>
            </a:r>
          </a:p>
          <a:p>
            <a:r>
              <a:rPr lang="en-US" sz="2000" dirty="0">
                <a:latin typeface="Arial" pitchFamily="34" charset="0"/>
                <a:cs typeface="Arial" pitchFamily="34" charset="0"/>
              </a:rPr>
              <a:t>RX noise figure = 3dB</a:t>
            </a:r>
          </a:p>
          <a:p>
            <a:r>
              <a:rPr lang="en-US" sz="2000" dirty="0">
                <a:latin typeface="Arial" pitchFamily="34" charset="0"/>
                <a:cs typeface="Arial" pitchFamily="34" charset="0"/>
              </a:rPr>
              <a:t>Antenna gain = 8dBi</a:t>
            </a:r>
          </a:p>
          <a:p>
            <a:r>
              <a:rPr lang="en-US" sz="2000" dirty="0">
                <a:latin typeface="Arial" pitchFamily="34" charset="0"/>
                <a:cs typeface="Arial" pitchFamily="34" charset="0"/>
              </a:rPr>
              <a:t>Array size = 8x8 (18dB)</a:t>
            </a:r>
          </a:p>
          <a:p>
            <a:endParaRPr lang="en-US" sz="2000" dirty="0">
              <a:latin typeface="Arial" pitchFamily="34" charset="0"/>
              <a:cs typeface="Arial" pitchFamily="34" charset="0"/>
            </a:endParaRPr>
          </a:p>
        </p:txBody>
      </p:sp>
    </p:spTree>
    <p:extLst>
      <p:ext uri="{BB962C8B-B14F-4D97-AF65-F5344CB8AC3E}">
        <p14:creationId xmlns:p14="http://schemas.microsoft.com/office/powerpoint/2010/main" val="2784395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50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500"/>
                                  </p:stCondLst>
                                  <p:childTnLst>
                                    <p:set>
                                      <p:cBhvr>
                                        <p:cTn id="9" dur="1" fill="hold">
                                          <p:stCondLst>
                                            <p:cond delay="0"/>
                                          </p:stCondLst>
                                        </p:cTn>
                                        <p:tgtEl>
                                          <p:spTgt spid="2"/>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50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1E5C466-F3A7-EF71-CF97-4248936EDCBB}"/>
              </a:ext>
            </a:extLst>
          </p:cNvPr>
          <p:cNvPicPr>
            <a:picLocks noChangeAspect="1"/>
          </p:cNvPicPr>
          <p:nvPr/>
        </p:nvPicPr>
        <p:blipFill>
          <a:blip r:embed="rId2"/>
          <a:stretch>
            <a:fillRect/>
          </a:stretch>
        </p:blipFill>
        <p:spPr>
          <a:xfrm>
            <a:off x="2177625" y="638667"/>
            <a:ext cx="7239228" cy="3158580"/>
          </a:xfrm>
          <a:prstGeom prst="rect">
            <a:avLst/>
          </a:prstGeom>
        </p:spPr>
      </p:pic>
      <p:pic>
        <p:nvPicPr>
          <p:cNvPr id="54" name="Picture 53">
            <a:extLst>
              <a:ext uri="{FF2B5EF4-FFF2-40B4-BE49-F238E27FC236}">
                <a16:creationId xmlns:a16="http://schemas.microsoft.com/office/drawing/2014/main" id="{D58E1645-C658-9895-2EC9-9701FECF2DFC}"/>
              </a:ext>
            </a:extLst>
          </p:cNvPr>
          <p:cNvPicPr>
            <a:picLocks noChangeAspect="1"/>
          </p:cNvPicPr>
          <p:nvPr/>
        </p:nvPicPr>
        <p:blipFill>
          <a:blip r:embed="rId3"/>
          <a:stretch>
            <a:fillRect/>
          </a:stretch>
        </p:blipFill>
        <p:spPr>
          <a:xfrm>
            <a:off x="8978537" y="3780785"/>
            <a:ext cx="3105359" cy="2467614"/>
          </a:xfrm>
          <a:prstGeom prst="rect">
            <a:avLst/>
          </a:prstGeom>
        </p:spPr>
      </p:pic>
      <p:sp>
        <p:nvSpPr>
          <p:cNvPr id="2" name="Title 1">
            <a:extLst>
              <a:ext uri="{FF2B5EF4-FFF2-40B4-BE49-F238E27FC236}">
                <a16:creationId xmlns:a16="http://schemas.microsoft.com/office/drawing/2014/main" id="{CD1641D0-5612-EC6F-DD10-37D1337B3050}"/>
              </a:ext>
            </a:extLst>
          </p:cNvPr>
          <p:cNvSpPr>
            <a:spLocks noGrp="1"/>
          </p:cNvSpPr>
          <p:nvPr>
            <p:ph type="title"/>
          </p:nvPr>
        </p:nvSpPr>
        <p:spPr/>
        <p:txBody>
          <a:bodyPr/>
          <a:lstStyle/>
          <a:p>
            <a:r>
              <a:rPr lang="en-US" sz="2600"/>
              <a:t>Step D. Design Model: Simulate Specs in Design Model (Baseline)</a:t>
            </a:r>
          </a:p>
        </p:txBody>
      </p:sp>
      <p:pic>
        <p:nvPicPr>
          <p:cNvPr id="7" name="Picture 6">
            <a:extLst>
              <a:ext uri="{FF2B5EF4-FFF2-40B4-BE49-F238E27FC236}">
                <a16:creationId xmlns:a16="http://schemas.microsoft.com/office/drawing/2014/main" id="{FC3FB82F-C7C0-C359-541D-0310A7A64E1D}"/>
              </a:ext>
            </a:extLst>
          </p:cNvPr>
          <p:cNvPicPr>
            <a:picLocks noChangeAspect="1"/>
          </p:cNvPicPr>
          <p:nvPr/>
        </p:nvPicPr>
        <p:blipFill>
          <a:blip r:embed="rId4"/>
          <a:stretch>
            <a:fillRect/>
          </a:stretch>
        </p:blipFill>
        <p:spPr>
          <a:xfrm>
            <a:off x="52392" y="3903044"/>
            <a:ext cx="2876788" cy="2800374"/>
          </a:xfrm>
          <a:prstGeom prst="rect">
            <a:avLst/>
          </a:prstGeom>
        </p:spPr>
      </p:pic>
      <p:pic>
        <p:nvPicPr>
          <p:cNvPr id="9" name="Picture 8">
            <a:extLst>
              <a:ext uri="{FF2B5EF4-FFF2-40B4-BE49-F238E27FC236}">
                <a16:creationId xmlns:a16="http://schemas.microsoft.com/office/drawing/2014/main" id="{4DED3192-3C12-D84A-B9B3-32D456BDC0CA}"/>
              </a:ext>
            </a:extLst>
          </p:cNvPr>
          <p:cNvPicPr>
            <a:picLocks noChangeAspect="1"/>
          </p:cNvPicPr>
          <p:nvPr/>
        </p:nvPicPr>
        <p:blipFill>
          <a:blip r:embed="rId5"/>
          <a:stretch>
            <a:fillRect/>
          </a:stretch>
        </p:blipFill>
        <p:spPr>
          <a:xfrm>
            <a:off x="3452668" y="4196712"/>
            <a:ext cx="3629025" cy="2506705"/>
          </a:xfrm>
          <a:prstGeom prst="rect">
            <a:avLst/>
          </a:prstGeom>
          <a:ln>
            <a:solidFill>
              <a:schemeClr val="accent2"/>
            </a:solidFill>
          </a:ln>
        </p:spPr>
      </p:pic>
      <p:sp>
        <p:nvSpPr>
          <p:cNvPr id="14" name="TextBox 13">
            <a:extLst>
              <a:ext uri="{FF2B5EF4-FFF2-40B4-BE49-F238E27FC236}">
                <a16:creationId xmlns:a16="http://schemas.microsoft.com/office/drawing/2014/main" id="{FA3BE0C0-4AA9-0097-42C6-BCDEFE33CE75}"/>
              </a:ext>
            </a:extLst>
          </p:cNvPr>
          <p:cNvSpPr txBox="1"/>
          <p:nvPr/>
        </p:nvSpPr>
        <p:spPr>
          <a:xfrm>
            <a:off x="6095999" y="4861466"/>
            <a:ext cx="2866490" cy="1323439"/>
          </a:xfrm>
          <a:prstGeom prst="rect">
            <a:avLst/>
          </a:prstGeom>
          <a:solidFill>
            <a:schemeClr val="bg1"/>
          </a:solidFill>
        </p:spPr>
        <p:txBody>
          <a:bodyPr wrap="none" rtlCol="0">
            <a:spAutoFit/>
          </a:bodyPr>
          <a:lstStyle/>
          <a:p>
            <a:r>
              <a:rPr lang="en-US" sz="2000" i="1">
                <a:solidFill>
                  <a:schemeClr val="accent2"/>
                </a:solidFill>
                <a:latin typeface="Arial" pitchFamily="34" charset="0"/>
                <a:cs typeface="Arial" pitchFamily="34" charset="0"/>
              </a:rPr>
              <a:t>Placeholder TR module</a:t>
            </a:r>
          </a:p>
          <a:p>
            <a:r>
              <a:rPr lang="en-US" sz="2000">
                <a:latin typeface="Arial" pitchFamily="34" charset="0"/>
                <a:cs typeface="Arial" pitchFamily="34" charset="0"/>
              </a:rPr>
              <a:t>TX Gain = 50dB</a:t>
            </a:r>
          </a:p>
          <a:p>
            <a:r>
              <a:rPr lang="en-US" sz="2000">
                <a:latin typeface="Arial" pitchFamily="34" charset="0"/>
                <a:cs typeface="Arial" pitchFamily="34" charset="0"/>
              </a:rPr>
              <a:t>RX Gain = 39dB</a:t>
            </a:r>
          </a:p>
          <a:p>
            <a:r>
              <a:rPr lang="en-US" sz="2000">
                <a:latin typeface="Arial" pitchFamily="34" charset="0"/>
                <a:cs typeface="Arial" pitchFamily="34" charset="0"/>
              </a:rPr>
              <a:t>RX NF = 3dB</a:t>
            </a:r>
          </a:p>
        </p:txBody>
      </p:sp>
      <p:cxnSp>
        <p:nvCxnSpPr>
          <p:cNvPr id="16" name="Straight Connector 15">
            <a:extLst>
              <a:ext uri="{FF2B5EF4-FFF2-40B4-BE49-F238E27FC236}">
                <a16:creationId xmlns:a16="http://schemas.microsoft.com/office/drawing/2014/main" id="{93C22A95-C7FE-3CE9-2F58-719FA40424E5}"/>
              </a:ext>
            </a:extLst>
          </p:cNvPr>
          <p:cNvCxnSpPr>
            <a:cxnSpLocks/>
          </p:cNvCxnSpPr>
          <p:nvPr/>
        </p:nvCxnSpPr>
        <p:spPr>
          <a:xfrm flipH="1">
            <a:off x="1108129" y="2067741"/>
            <a:ext cx="1642445" cy="1828005"/>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8" name="Straight Connector 17">
            <a:extLst>
              <a:ext uri="{FF2B5EF4-FFF2-40B4-BE49-F238E27FC236}">
                <a16:creationId xmlns:a16="http://schemas.microsoft.com/office/drawing/2014/main" id="{7AA681BA-FB21-5A47-70D9-9A0972076611}"/>
              </a:ext>
            </a:extLst>
          </p:cNvPr>
          <p:cNvCxnSpPr>
            <a:cxnSpLocks/>
          </p:cNvCxnSpPr>
          <p:nvPr/>
        </p:nvCxnSpPr>
        <p:spPr>
          <a:xfrm flipH="1">
            <a:off x="4039087" y="3178111"/>
            <a:ext cx="1042845" cy="1010814"/>
          </a:xfrm>
          <a:prstGeom prst="line">
            <a:avLst/>
          </a:prstGeom>
          <a:ln/>
        </p:spPr>
        <p:style>
          <a:lnRef idx="1">
            <a:schemeClr val="accent2"/>
          </a:lnRef>
          <a:fillRef idx="0">
            <a:schemeClr val="accent2"/>
          </a:fillRef>
          <a:effectRef idx="0">
            <a:schemeClr val="accent2"/>
          </a:effectRef>
          <a:fontRef idx="minor">
            <a:schemeClr val="tx1"/>
          </a:fontRef>
        </p:style>
      </p:cxnSp>
      <p:pic>
        <p:nvPicPr>
          <p:cNvPr id="13" name="Picture 12">
            <a:extLst>
              <a:ext uri="{FF2B5EF4-FFF2-40B4-BE49-F238E27FC236}">
                <a16:creationId xmlns:a16="http://schemas.microsoft.com/office/drawing/2014/main" id="{079BF509-D100-0E24-B3F2-711AB7C5C99C}"/>
              </a:ext>
            </a:extLst>
          </p:cNvPr>
          <p:cNvPicPr>
            <a:picLocks noChangeAspect="1"/>
          </p:cNvPicPr>
          <p:nvPr/>
        </p:nvPicPr>
        <p:blipFill>
          <a:blip r:embed="rId6"/>
          <a:stretch>
            <a:fillRect/>
          </a:stretch>
        </p:blipFill>
        <p:spPr>
          <a:xfrm>
            <a:off x="8774572" y="2930891"/>
            <a:ext cx="3365036" cy="771525"/>
          </a:xfrm>
          <a:prstGeom prst="rect">
            <a:avLst/>
          </a:prstGeom>
        </p:spPr>
      </p:pic>
      <p:sp>
        <p:nvSpPr>
          <p:cNvPr id="32" name="TextBox 31">
            <a:extLst>
              <a:ext uri="{FF2B5EF4-FFF2-40B4-BE49-F238E27FC236}">
                <a16:creationId xmlns:a16="http://schemas.microsoft.com/office/drawing/2014/main" id="{AE25ED64-8FFE-5B3D-EE4C-88F6552F2B71}"/>
              </a:ext>
            </a:extLst>
          </p:cNvPr>
          <p:cNvSpPr txBox="1"/>
          <p:nvPr/>
        </p:nvSpPr>
        <p:spPr>
          <a:xfrm>
            <a:off x="292678" y="973445"/>
            <a:ext cx="3262432" cy="707886"/>
          </a:xfrm>
          <a:prstGeom prst="rect">
            <a:avLst/>
          </a:prstGeom>
          <a:solidFill>
            <a:schemeClr val="bg1"/>
          </a:solidFill>
        </p:spPr>
        <p:txBody>
          <a:bodyPr wrap="none" rtlCol="0">
            <a:spAutoFit/>
          </a:bodyPr>
          <a:lstStyle/>
          <a:p>
            <a:r>
              <a:rPr lang="en-US" sz="2000" i="1">
                <a:solidFill>
                  <a:schemeClr val="accent2"/>
                </a:solidFill>
                <a:latin typeface="Arial" pitchFamily="34" charset="0"/>
                <a:cs typeface="Arial" pitchFamily="34" charset="0"/>
              </a:rPr>
              <a:t>Placeholder antenna array </a:t>
            </a:r>
          </a:p>
          <a:p>
            <a:r>
              <a:rPr lang="en-US" sz="2000">
                <a:latin typeface="Arial" pitchFamily="34" charset="0"/>
                <a:cs typeface="Arial" pitchFamily="34" charset="0"/>
              </a:rPr>
              <a:t>Size = 16x16 </a:t>
            </a:r>
          </a:p>
        </p:txBody>
      </p:sp>
      <p:cxnSp>
        <p:nvCxnSpPr>
          <p:cNvPr id="33" name="Straight Connector 32">
            <a:extLst>
              <a:ext uri="{FF2B5EF4-FFF2-40B4-BE49-F238E27FC236}">
                <a16:creationId xmlns:a16="http://schemas.microsoft.com/office/drawing/2014/main" id="{B2A9B529-A5A4-9BE1-3D42-46DA95819378}"/>
              </a:ext>
            </a:extLst>
          </p:cNvPr>
          <p:cNvCxnSpPr>
            <a:cxnSpLocks/>
          </p:cNvCxnSpPr>
          <p:nvPr/>
        </p:nvCxnSpPr>
        <p:spPr>
          <a:xfrm>
            <a:off x="6755363" y="2040919"/>
            <a:ext cx="664835" cy="1377902"/>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36" name="Straight Connector 35">
            <a:extLst>
              <a:ext uri="{FF2B5EF4-FFF2-40B4-BE49-F238E27FC236}">
                <a16:creationId xmlns:a16="http://schemas.microsoft.com/office/drawing/2014/main" id="{7455B2D4-FE2C-4EE2-4086-4D6C509F1D91}"/>
              </a:ext>
            </a:extLst>
          </p:cNvPr>
          <p:cNvCxnSpPr>
            <a:cxnSpLocks/>
          </p:cNvCxnSpPr>
          <p:nvPr/>
        </p:nvCxnSpPr>
        <p:spPr>
          <a:xfrm flipH="1" flipV="1">
            <a:off x="6755363" y="2949435"/>
            <a:ext cx="664835" cy="457352"/>
          </a:xfrm>
          <a:prstGeom prst="line">
            <a:avLst/>
          </a:prstGeom>
          <a:ln/>
        </p:spPr>
        <p:style>
          <a:lnRef idx="1">
            <a:schemeClr val="accent2"/>
          </a:lnRef>
          <a:fillRef idx="0">
            <a:schemeClr val="accent2"/>
          </a:fillRef>
          <a:effectRef idx="0">
            <a:schemeClr val="accent2"/>
          </a:effectRef>
          <a:fontRef idx="minor">
            <a:schemeClr val="tx1"/>
          </a:fontRef>
        </p:style>
      </p:cxnSp>
      <p:sp>
        <p:nvSpPr>
          <p:cNvPr id="3" name="TextBox 2">
            <a:extLst>
              <a:ext uri="{FF2B5EF4-FFF2-40B4-BE49-F238E27FC236}">
                <a16:creationId xmlns:a16="http://schemas.microsoft.com/office/drawing/2014/main" id="{C4956ED5-4182-2CB1-7015-53CC633863B6}"/>
              </a:ext>
            </a:extLst>
          </p:cNvPr>
          <p:cNvSpPr txBox="1"/>
          <p:nvPr/>
        </p:nvSpPr>
        <p:spPr>
          <a:xfrm>
            <a:off x="11079855" y="260059"/>
            <a:ext cx="1009223" cy="397195"/>
          </a:xfrm>
          <a:prstGeom prst="rect">
            <a:avLst/>
          </a:prstGeom>
          <a:noFill/>
        </p:spPr>
        <p:txBody>
          <a:bodyPr wrap="square" rtlCol="0">
            <a:spAutoFit/>
          </a:bodyPr>
          <a:lstStyle/>
          <a:p>
            <a:r>
              <a:rPr lang="en-US" sz="2000" b="1">
                <a:solidFill>
                  <a:schemeClr val="accent1"/>
                </a:solidFill>
                <a:latin typeface="Arial" pitchFamily="34" charset="0"/>
                <a:cs typeface="Arial" pitchFamily="34" charset="0"/>
              </a:rPr>
              <a:t>DEMO</a:t>
            </a:r>
            <a:endParaRPr lang="en-NL" sz="2000" b="1">
              <a:solidFill>
                <a:schemeClr val="accent1"/>
              </a:solidFill>
              <a:latin typeface="Arial" pitchFamily="34" charset="0"/>
              <a:cs typeface="Arial" pitchFamily="34" charset="0"/>
            </a:endParaRPr>
          </a:p>
        </p:txBody>
      </p:sp>
      <p:sp>
        <p:nvSpPr>
          <p:cNvPr id="11" name="TextBox 10">
            <a:extLst>
              <a:ext uri="{FF2B5EF4-FFF2-40B4-BE49-F238E27FC236}">
                <a16:creationId xmlns:a16="http://schemas.microsoft.com/office/drawing/2014/main" id="{05508044-922D-0634-63F8-2988E884C72C}"/>
              </a:ext>
            </a:extLst>
          </p:cNvPr>
          <p:cNvSpPr txBox="1"/>
          <p:nvPr/>
        </p:nvSpPr>
        <p:spPr>
          <a:xfrm>
            <a:off x="8886212" y="6380903"/>
            <a:ext cx="2492990" cy="400110"/>
          </a:xfrm>
          <a:prstGeom prst="rect">
            <a:avLst/>
          </a:prstGeom>
          <a:noFill/>
        </p:spPr>
        <p:txBody>
          <a:bodyPr wrap="none" rtlCol="0">
            <a:spAutoFit/>
          </a:bodyPr>
          <a:lstStyle/>
          <a:p>
            <a:r>
              <a:rPr lang="en-US" sz="2000" b="1" err="1">
                <a:latin typeface="Courier New" panose="02070309020205020404" pitchFamily="49" charset="0"/>
                <a:cs typeface="Courier New" panose="02070309020205020404" pitchFamily="49" charset="0"/>
              </a:rPr>
              <a:t>RadarSystem.slx</a:t>
            </a:r>
            <a:endParaRPr lang="en-US" sz="2000" b="1">
              <a:latin typeface="Courier New" panose="02070309020205020404" pitchFamily="49" charset="0"/>
              <a:cs typeface="Courier New" panose="02070309020205020404" pitchFamily="49" charset="0"/>
            </a:endParaRPr>
          </a:p>
        </p:txBody>
      </p:sp>
      <p:sp>
        <p:nvSpPr>
          <p:cNvPr id="8" name="TextBox 7">
            <a:extLst>
              <a:ext uri="{FF2B5EF4-FFF2-40B4-BE49-F238E27FC236}">
                <a16:creationId xmlns:a16="http://schemas.microsoft.com/office/drawing/2014/main" id="{B70DA70C-5945-A3FF-980B-C5AED2038C2F}"/>
              </a:ext>
            </a:extLst>
          </p:cNvPr>
          <p:cNvSpPr txBox="1"/>
          <p:nvPr/>
        </p:nvSpPr>
        <p:spPr>
          <a:xfrm>
            <a:off x="6405250" y="3314040"/>
            <a:ext cx="2557239" cy="707886"/>
          </a:xfrm>
          <a:prstGeom prst="rect">
            <a:avLst/>
          </a:prstGeom>
          <a:noFill/>
        </p:spPr>
        <p:txBody>
          <a:bodyPr wrap="none" rtlCol="0">
            <a:spAutoFit/>
          </a:bodyPr>
          <a:lstStyle/>
          <a:p>
            <a:r>
              <a:rPr lang="en-US" sz="2000" i="1">
                <a:solidFill>
                  <a:schemeClr val="accent2"/>
                </a:solidFill>
                <a:latin typeface="Arial" pitchFamily="34" charset="0"/>
                <a:cs typeface="Arial" pitchFamily="34" charset="0"/>
              </a:rPr>
              <a:t>Placeholder Antenna</a:t>
            </a:r>
          </a:p>
          <a:p>
            <a:r>
              <a:rPr lang="en-US" sz="2000">
                <a:latin typeface="Arial" pitchFamily="34" charset="0"/>
                <a:cs typeface="Arial" pitchFamily="34" charset="0"/>
              </a:rPr>
              <a:t>Antenna gain = 8dBi</a:t>
            </a:r>
          </a:p>
        </p:txBody>
      </p:sp>
      <p:cxnSp>
        <p:nvCxnSpPr>
          <p:cNvPr id="23" name="Straight Connector 22">
            <a:extLst>
              <a:ext uri="{FF2B5EF4-FFF2-40B4-BE49-F238E27FC236}">
                <a16:creationId xmlns:a16="http://schemas.microsoft.com/office/drawing/2014/main" id="{FD283515-2A57-2254-01F8-C845E201F3F0}"/>
              </a:ext>
            </a:extLst>
          </p:cNvPr>
          <p:cNvCxnSpPr>
            <a:cxnSpLocks/>
          </p:cNvCxnSpPr>
          <p:nvPr/>
        </p:nvCxnSpPr>
        <p:spPr>
          <a:xfrm>
            <a:off x="3432618" y="1271044"/>
            <a:ext cx="802577" cy="1451062"/>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25" name="Straight Connector 24">
            <a:extLst>
              <a:ext uri="{FF2B5EF4-FFF2-40B4-BE49-F238E27FC236}">
                <a16:creationId xmlns:a16="http://schemas.microsoft.com/office/drawing/2014/main" id="{4BC41234-FDC1-92A1-3318-95D188C0649D}"/>
              </a:ext>
            </a:extLst>
          </p:cNvPr>
          <p:cNvCxnSpPr>
            <a:cxnSpLocks/>
          </p:cNvCxnSpPr>
          <p:nvPr/>
        </p:nvCxnSpPr>
        <p:spPr>
          <a:xfrm>
            <a:off x="3432618" y="1266624"/>
            <a:ext cx="3546680" cy="562770"/>
          </a:xfrm>
          <a:prstGeom prst="line">
            <a:avLst/>
          </a:prstGeom>
          <a:ln/>
        </p:spPr>
        <p:style>
          <a:lnRef idx="1">
            <a:schemeClr val="accent2"/>
          </a:lnRef>
          <a:fillRef idx="0">
            <a:schemeClr val="accent2"/>
          </a:fillRef>
          <a:effectRef idx="0">
            <a:schemeClr val="accent2"/>
          </a:effectRef>
          <a:fontRef idx="minor">
            <a:schemeClr val="tx1"/>
          </a:fontRef>
        </p:style>
      </p:cxnSp>
      <p:sp>
        <p:nvSpPr>
          <p:cNvPr id="5" name="TextBox 4">
            <a:extLst>
              <a:ext uri="{FF2B5EF4-FFF2-40B4-BE49-F238E27FC236}">
                <a16:creationId xmlns:a16="http://schemas.microsoft.com/office/drawing/2014/main" id="{7DF1B26F-2CEF-C6A9-78BC-0898F5E2FB97}"/>
              </a:ext>
            </a:extLst>
          </p:cNvPr>
          <p:cNvSpPr txBox="1"/>
          <p:nvPr/>
        </p:nvSpPr>
        <p:spPr>
          <a:xfrm>
            <a:off x="987955" y="1867686"/>
            <a:ext cx="1587294" cy="400110"/>
          </a:xfrm>
          <a:prstGeom prst="rect">
            <a:avLst/>
          </a:prstGeom>
          <a:noFill/>
        </p:spPr>
        <p:txBody>
          <a:bodyPr wrap="none" rtlCol="0">
            <a:spAutoFit/>
          </a:bodyPr>
          <a:lstStyle/>
          <a:p>
            <a:r>
              <a:rPr lang="en-US" sz="2000">
                <a:latin typeface="Arial" pitchFamily="34" charset="0"/>
                <a:cs typeface="Arial" pitchFamily="34" charset="0"/>
              </a:rPr>
              <a:t>Pin = 3dBm </a:t>
            </a:r>
          </a:p>
        </p:txBody>
      </p:sp>
      <p:cxnSp>
        <p:nvCxnSpPr>
          <p:cNvPr id="41" name="Straight Connector 40">
            <a:extLst>
              <a:ext uri="{FF2B5EF4-FFF2-40B4-BE49-F238E27FC236}">
                <a16:creationId xmlns:a16="http://schemas.microsoft.com/office/drawing/2014/main" id="{62629E22-A84E-32C1-A866-CA2F15D528AD}"/>
              </a:ext>
            </a:extLst>
          </p:cNvPr>
          <p:cNvCxnSpPr>
            <a:cxnSpLocks/>
          </p:cNvCxnSpPr>
          <p:nvPr/>
        </p:nvCxnSpPr>
        <p:spPr>
          <a:xfrm>
            <a:off x="8242821" y="2074150"/>
            <a:ext cx="1311726" cy="778371"/>
          </a:xfrm>
          <a:prstGeom prst="line">
            <a:avLst/>
          </a:prstGeom>
          <a:ln/>
        </p:spPr>
        <p:style>
          <a:lnRef idx="1">
            <a:schemeClr val="accent2"/>
          </a:lnRef>
          <a:fillRef idx="0">
            <a:schemeClr val="accent2"/>
          </a:fillRef>
          <a:effectRef idx="0">
            <a:schemeClr val="accent2"/>
          </a:effectRef>
          <a:fontRef idx="minor">
            <a:schemeClr val="tx1"/>
          </a:fontRef>
        </p:style>
      </p:cxnSp>
      <p:pic>
        <p:nvPicPr>
          <p:cNvPr id="56" name="Picture 55">
            <a:extLst>
              <a:ext uri="{FF2B5EF4-FFF2-40B4-BE49-F238E27FC236}">
                <a16:creationId xmlns:a16="http://schemas.microsoft.com/office/drawing/2014/main" id="{E96B81AB-41C2-3564-77B2-00D5615F78B3}"/>
              </a:ext>
            </a:extLst>
          </p:cNvPr>
          <p:cNvPicPr>
            <a:picLocks noChangeAspect="1"/>
          </p:cNvPicPr>
          <p:nvPr/>
        </p:nvPicPr>
        <p:blipFill>
          <a:blip r:embed="rId7"/>
          <a:stretch>
            <a:fillRect/>
          </a:stretch>
        </p:blipFill>
        <p:spPr>
          <a:xfrm>
            <a:off x="8973459" y="5726623"/>
            <a:ext cx="3110437" cy="521775"/>
          </a:xfrm>
          <a:prstGeom prst="rect">
            <a:avLst/>
          </a:prstGeom>
        </p:spPr>
      </p:pic>
    </p:spTree>
    <p:extLst>
      <p:ext uri="{BB962C8B-B14F-4D97-AF65-F5344CB8AC3E}">
        <p14:creationId xmlns:p14="http://schemas.microsoft.com/office/powerpoint/2010/main" val="3619782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A648A-9510-C30A-6F93-05B6AAAF2B14}"/>
              </a:ext>
            </a:extLst>
          </p:cNvPr>
          <p:cNvSpPr>
            <a:spLocks noGrp="1"/>
          </p:cNvSpPr>
          <p:nvPr>
            <p:ph type="title"/>
          </p:nvPr>
        </p:nvSpPr>
        <p:spPr/>
        <p:txBody>
          <a:bodyPr/>
          <a:lstStyle/>
          <a:p>
            <a:r>
              <a:rPr lang="en-US" dirty="0"/>
              <a:t>Simulation to Confirm Radar Designer Analysis</a:t>
            </a:r>
          </a:p>
        </p:txBody>
      </p:sp>
      <p:pic>
        <p:nvPicPr>
          <p:cNvPr id="5" name="Picture 4">
            <a:extLst>
              <a:ext uri="{FF2B5EF4-FFF2-40B4-BE49-F238E27FC236}">
                <a16:creationId xmlns:a16="http://schemas.microsoft.com/office/drawing/2014/main" id="{6F6FA856-14A5-5D33-F96E-BA3FA828F66E}"/>
              </a:ext>
            </a:extLst>
          </p:cNvPr>
          <p:cNvPicPr>
            <a:picLocks noChangeAspect="1"/>
          </p:cNvPicPr>
          <p:nvPr/>
        </p:nvPicPr>
        <p:blipFill>
          <a:blip r:embed="rId2"/>
          <a:stretch>
            <a:fillRect/>
          </a:stretch>
        </p:blipFill>
        <p:spPr>
          <a:xfrm>
            <a:off x="609602" y="1133703"/>
            <a:ext cx="7185142" cy="2264927"/>
          </a:xfrm>
          <a:prstGeom prst="rect">
            <a:avLst/>
          </a:prstGeom>
        </p:spPr>
      </p:pic>
      <p:pic>
        <p:nvPicPr>
          <p:cNvPr id="11" name="Picture 10">
            <a:extLst>
              <a:ext uri="{FF2B5EF4-FFF2-40B4-BE49-F238E27FC236}">
                <a16:creationId xmlns:a16="http://schemas.microsoft.com/office/drawing/2014/main" id="{18826EA4-427C-DAAE-548C-218D0EFF5AF7}"/>
              </a:ext>
            </a:extLst>
          </p:cNvPr>
          <p:cNvPicPr>
            <a:picLocks noChangeAspect="1"/>
          </p:cNvPicPr>
          <p:nvPr/>
        </p:nvPicPr>
        <p:blipFill>
          <a:blip r:embed="rId3"/>
          <a:stretch>
            <a:fillRect/>
          </a:stretch>
        </p:blipFill>
        <p:spPr>
          <a:xfrm>
            <a:off x="8107436" y="1919395"/>
            <a:ext cx="3832344" cy="3099613"/>
          </a:xfrm>
          <a:prstGeom prst="rect">
            <a:avLst/>
          </a:prstGeom>
        </p:spPr>
      </p:pic>
      <p:pic>
        <p:nvPicPr>
          <p:cNvPr id="13" name="Picture 12">
            <a:extLst>
              <a:ext uri="{FF2B5EF4-FFF2-40B4-BE49-F238E27FC236}">
                <a16:creationId xmlns:a16="http://schemas.microsoft.com/office/drawing/2014/main" id="{24FA2845-A99A-0223-89D7-AE14180EC102}"/>
              </a:ext>
            </a:extLst>
          </p:cNvPr>
          <p:cNvPicPr>
            <a:picLocks noChangeAspect="1"/>
          </p:cNvPicPr>
          <p:nvPr/>
        </p:nvPicPr>
        <p:blipFill>
          <a:blip r:embed="rId4"/>
          <a:stretch>
            <a:fillRect/>
          </a:stretch>
        </p:blipFill>
        <p:spPr>
          <a:xfrm>
            <a:off x="236980" y="3556668"/>
            <a:ext cx="3832343" cy="3109103"/>
          </a:xfrm>
          <a:prstGeom prst="rect">
            <a:avLst/>
          </a:prstGeom>
        </p:spPr>
      </p:pic>
      <p:pic>
        <p:nvPicPr>
          <p:cNvPr id="15" name="Picture 14">
            <a:extLst>
              <a:ext uri="{FF2B5EF4-FFF2-40B4-BE49-F238E27FC236}">
                <a16:creationId xmlns:a16="http://schemas.microsoft.com/office/drawing/2014/main" id="{D0AB5EDB-6A37-6696-16C5-622143B132B4}"/>
              </a:ext>
            </a:extLst>
          </p:cNvPr>
          <p:cNvPicPr>
            <a:picLocks noChangeAspect="1"/>
          </p:cNvPicPr>
          <p:nvPr/>
        </p:nvPicPr>
        <p:blipFill>
          <a:blip r:embed="rId5"/>
          <a:stretch>
            <a:fillRect/>
          </a:stretch>
        </p:blipFill>
        <p:spPr>
          <a:xfrm>
            <a:off x="3890633" y="3556668"/>
            <a:ext cx="3665494" cy="2924679"/>
          </a:xfrm>
          <a:prstGeom prst="rect">
            <a:avLst/>
          </a:prstGeom>
        </p:spPr>
      </p:pic>
    </p:spTree>
    <p:extLst>
      <p:ext uri="{BB962C8B-B14F-4D97-AF65-F5344CB8AC3E}">
        <p14:creationId xmlns:p14="http://schemas.microsoft.com/office/powerpoint/2010/main" val="3327911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2AA7EC-0540-AC46-3C97-861D67470F78}"/>
              </a:ext>
            </a:extLst>
          </p:cNvPr>
          <p:cNvSpPr>
            <a:spLocks noGrp="1"/>
          </p:cNvSpPr>
          <p:nvPr>
            <p:ph type="title"/>
          </p:nvPr>
        </p:nvSpPr>
        <p:spPr>
          <a:xfrm>
            <a:off x="963084" y="1914529"/>
            <a:ext cx="10363200" cy="2657471"/>
          </a:xfrm>
        </p:spPr>
        <p:txBody>
          <a:bodyPr/>
          <a:lstStyle/>
          <a:p>
            <a:r>
              <a:rPr lang="en-US" dirty="0"/>
              <a:t>Step 2: </a:t>
            </a:r>
            <a:br>
              <a:rPr lang="en-US" dirty="0"/>
            </a:br>
            <a:r>
              <a:rPr lang="en-US" dirty="0"/>
              <a:t>Antenna Array </a:t>
            </a:r>
            <a:r>
              <a:rPr lang="en-US" dirty="0" err="1"/>
              <a:t>Susbsystem</a:t>
            </a:r>
            <a:r>
              <a:rPr lang="en-US" dirty="0"/>
              <a:t> Design</a:t>
            </a:r>
          </a:p>
        </p:txBody>
      </p:sp>
    </p:spTree>
    <p:extLst>
      <p:ext uri="{BB962C8B-B14F-4D97-AF65-F5344CB8AC3E}">
        <p14:creationId xmlns:p14="http://schemas.microsoft.com/office/powerpoint/2010/main" val="4194681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E49987A-C9EE-5C0C-4446-D98EAC111922}"/>
              </a:ext>
            </a:extLst>
          </p:cNvPr>
          <p:cNvPicPr>
            <a:picLocks noChangeAspect="1"/>
          </p:cNvPicPr>
          <p:nvPr/>
        </p:nvPicPr>
        <p:blipFill rotWithShape="1">
          <a:blip r:embed="rId2"/>
          <a:srcRect t="817"/>
          <a:stretch/>
        </p:blipFill>
        <p:spPr>
          <a:xfrm>
            <a:off x="1234906" y="1070938"/>
            <a:ext cx="8568457" cy="5348620"/>
          </a:xfrm>
          <a:prstGeom prst="rect">
            <a:avLst/>
          </a:prstGeom>
        </p:spPr>
      </p:pic>
      <p:sp>
        <p:nvSpPr>
          <p:cNvPr id="2" name="Title 1">
            <a:extLst>
              <a:ext uri="{FF2B5EF4-FFF2-40B4-BE49-F238E27FC236}">
                <a16:creationId xmlns:a16="http://schemas.microsoft.com/office/drawing/2014/main" id="{F2D833D7-D020-BC1C-235B-ADE6EA5D670C}"/>
              </a:ext>
            </a:extLst>
          </p:cNvPr>
          <p:cNvSpPr>
            <a:spLocks noGrp="1"/>
          </p:cNvSpPr>
          <p:nvPr>
            <p:ph type="title"/>
          </p:nvPr>
        </p:nvSpPr>
        <p:spPr/>
        <p:txBody>
          <a:bodyPr/>
          <a:lstStyle/>
          <a:p>
            <a:r>
              <a:rPr lang="en-US"/>
              <a:t>Array Integration: 16x16 Antenna Design</a:t>
            </a:r>
          </a:p>
        </p:txBody>
      </p:sp>
      <p:sp>
        <p:nvSpPr>
          <p:cNvPr id="7" name="TextBox 6">
            <a:extLst>
              <a:ext uri="{FF2B5EF4-FFF2-40B4-BE49-F238E27FC236}">
                <a16:creationId xmlns:a16="http://schemas.microsoft.com/office/drawing/2014/main" id="{F94DCCC4-0D9B-4C38-6657-38E6DFB4A39B}"/>
              </a:ext>
            </a:extLst>
          </p:cNvPr>
          <p:cNvSpPr txBox="1"/>
          <p:nvPr/>
        </p:nvSpPr>
        <p:spPr>
          <a:xfrm>
            <a:off x="76200" y="6425806"/>
            <a:ext cx="2646878" cy="400110"/>
          </a:xfrm>
          <a:prstGeom prst="rect">
            <a:avLst/>
          </a:prstGeom>
          <a:noFill/>
        </p:spPr>
        <p:txBody>
          <a:bodyPr wrap="none" rtlCol="0">
            <a:spAutoFit/>
          </a:bodyPr>
          <a:lstStyle/>
          <a:p>
            <a:r>
              <a:rPr lang="en-US" sz="2000" b="1" err="1">
                <a:latin typeface="Courier New" panose="02070309020205020404" pitchFamily="49" charset="0"/>
                <a:cs typeface="Courier New" panose="02070309020205020404" pitchFamily="49" charset="0"/>
              </a:rPr>
              <a:t>AntennaArray.mat</a:t>
            </a:r>
            <a:endParaRPr lang="en-US" sz="2000" b="1">
              <a:latin typeface="Courier New" panose="02070309020205020404" pitchFamily="49" charset="0"/>
              <a:cs typeface="Courier New" panose="02070309020205020404" pitchFamily="49" charset="0"/>
            </a:endParaRPr>
          </a:p>
        </p:txBody>
      </p:sp>
      <p:sp>
        <p:nvSpPr>
          <p:cNvPr id="8" name="Oval 7">
            <a:extLst>
              <a:ext uri="{FF2B5EF4-FFF2-40B4-BE49-F238E27FC236}">
                <a16:creationId xmlns:a16="http://schemas.microsoft.com/office/drawing/2014/main" id="{47903687-7B0D-A3CA-12DD-B4BFF0B866F8}"/>
              </a:ext>
            </a:extLst>
          </p:cNvPr>
          <p:cNvSpPr/>
          <p:nvPr/>
        </p:nvSpPr>
        <p:spPr>
          <a:xfrm>
            <a:off x="8789303" y="1866122"/>
            <a:ext cx="762000" cy="83922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Tree>
    <p:extLst>
      <p:ext uri="{BB962C8B-B14F-4D97-AF65-F5344CB8AC3E}">
        <p14:creationId xmlns:p14="http://schemas.microsoft.com/office/powerpoint/2010/main" val="2574726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6CCF9B-110C-9633-C6EB-EE10DF5DEC28}"/>
              </a:ext>
            </a:extLst>
          </p:cNvPr>
          <p:cNvSpPr>
            <a:spLocks noGrp="1"/>
          </p:cNvSpPr>
          <p:nvPr>
            <p:ph type="title"/>
          </p:nvPr>
        </p:nvSpPr>
        <p:spPr/>
        <p:txBody>
          <a:bodyPr/>
          <a:lstStyle/>
          <a:p>
            <a:r>
              <a:rPr lang="en-US"/>
              <a:t>Step 3:</a:t>
            </a:r>
            <a:br>
              <a:rPr lang="en-US"/>
            </a:br>
            <a:r>
              <a:rPr lang="en-US"/>
              <a:t>TR Module Integration and Verification</a:t>
            </a:r>
          </a:p>
        </p:txBody>
      </p:sp>
    </p:spTree>
    <p:extLst>
      <p:ext uri="{BB962C8B-B14F-4D97-AF65-F5344CB8AC3E}">
        <p14:creationId xmlns:p14="http://schemas.microsoft.com/office/powerpoint/2010/main" val="765003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3B832AC-2900-1B8F-4E7D-B01AF5C7CDB7}"/>
              </a:ext>
            </a:extLst>
          </p:cNvPr>
          <p:cNvSpPr>
            <a:spLocks noGrp="1"/>
          </p:cNvSpPr>
          <p:nvPr>
            <p:ph type="title"/>
          </p:nvPr>
        </p:nvSpPr>
        <p:spPr/>
        <p:txBody>
          <a:bodyPr/>
          <a:lstStyle/>
          <a:p>
            <a:r>
              <a:rPr lang="en-US"/>
              <a:t>Step 3: Module Integration and Verification</a:t>
            </a:r>
            <a:endParaRPr lang="LID4096"/>
          </a:p>
        </p:txBody>
      </p:sp>
      <p:sp>
        <p:nvSpPr>
          <p:cNvPr id="4" name="Content Placeholder 3">
            <a:extLst>
              <a:ext uri="{FF2B5EF4-FFF2-40B4-BE49-F238E27FC236}">
                <a16:creationId xmlns:a16="http://schemas.microsoft.com/office/drawing/2014/main" id="{159C7959-1FDD-1F52-5C54-07144429518C}"/>
              </a:ext>
            </a:extLst>
          </p:cNvPr>
          <p:cNvSpPr>
            <a:spLocks noGrp="1"/>
          </p:cNvSpPr>
          <p:nvPr>
            <p:ph idx="1"/>
          </p:nvPr>
        </p:nvSpPr>
        <p:spPr/>
        <p:txBody>
          <a:bodyPr/>
          <a:lstStyle/>
          <a:p>
            <a:r>
              <a:rPr lang="en-US" sz="2000"/>
              <a:t>Integrate TR module into baseline model</a:t>
            </a:r>
          </a:p>
          <a:p>
            <a:pPr lvl="1"/>
            <a:r>
              <a:rPr lang="en-US"/>
              <a:t>Add component specifications to TR module and verify results</a:t>
            </a:r>
          </a:p>
          <a:p>
            <a:pPr lvl="1"/>
            <a:r>
              <a:rPr lang="en-US"/>
              <a:t>Redesign components if target detection fails</a:t>
            </a:r>
          </a:p>
          <a:p>
            <a:r>
              <a:rPr lang="en-US" sz="2000"/>
              <a:t>Integrate full array into simulation</a:t>
            </a:r>
          </a:p>
          <a:p>
            <a:pPr lvl="1"/>
            <a:r>
              <a:rPr lang="en-US"/>
              <a:t>Add phase-shift beamforming</a:t>
            </a:r>
          </a:p>
          <a:p>
            <a:endParaRPr lang="LID4096"/>
          </a:p>
        </p:txBody>
      </p:sp>
    </p:spTree>
    <p:extLst>
      <p:ext uri="{BB962C8B-B14F-4D97-AF65-F5344CB8AC3E}">
        <p14:creationId xmlns:p14="http://schemas.microsoft.com/office/powerpoint/2010/main" val="2193616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EC0AB-8501-6AC6-A476-4FEE1C8DA1F0}"/>
              </a:ext>
            </a:extLst>
          </p:cNvPr>
          <p:cNvSpPr>
            <a:spLocks noGrp="1"/>
          </p:cNvSpPr>
          <p:nvPr>
            <p:ph type="title"/>
          </p:nvPr>
        </p:nvSpPr>
        <p:spPr/>
        <p:txBody>
          <a:bodyPr/>
          <a:lstStyle/>
          <a:p>
            <a:r>
              <a:rPr lang="en-US" dirty="0"/>
              <a:t>RF Budget Analyzer to Match Transmitter and Receiver Specs</a:t>
            </a:r>
          </a:p>
        </p:txBody>
      </p:sp>
      <p:pic>
        <p:nvPicPr>
          <p:cNvPr id="5" name="Picture 4">
            <a:extLst>
              <a:ext uri="{FF2B5EF4-FFF2-40B4-BE49-F238E27FC236}">
                <a16:creationId xmlns:a16="http://schemas.microsoft.com/office/drawing/2014/main" id="{746B492B-2CAB-1A96-E6CE-E491393E6DED}"/>
              </a:ext>
            </a:extLst>
          </p:cNvPr>
          <p:cNvPicPr>
            <a:picLocks noChangeAspect="1"/>
          </p:cNvPicPr>
          <p:nvPr/>
        </p:nvPicPr>
        <p:blipFill>
          <a:blip r:embed="rId2"/>
          <a:stretch>
            <a:fillRect/>
          </a:stretch>
        </p:blipFill>
        <p:spPr>
          <a:xfrm>
            <a:off x="1047677" y="1066800"/>
            <a:ext cx="10096646" cy="5486400"/>
          </a:xfrm>
          <a:prstGeom prst="rect">
            <a:avLst/>
          </a:prstGeom>
        </p:spPr>
      </p:pic>
    </p:spTree>
    <p:extLst>
      <p:ext uri="{BB962C8B-B14F-4D97-AF65-F5344CB8AC3E}">
        <p14:creationId xmlns:p14="http://schemas.microsoft.com/office/powerpoint/2010/main" val="37892689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3FE1DA4-74EB-38A6-59AF-D9B2CF9114E4}"/>
              </a:ext>
            </a:extLst>
          </p:cNvPr>
          <p:cNvSpPr>
            <a:spLocks noGrp="1"/>
          </p:cNvSpPr>
          <p:nvPr>
            <p:ph type="title"/>
          </p:nvPr>
        </p:nvSpPr>
        <p:spPr/>
        <p:txBody>
          <a:bodyPr/>
          <a:lstStyle/>
          <a:p>
            <a:r>
              <a:rPr lang="en-US"/>
              <a:t>Step 2 - RF Component Design: Analyze First, Simulate Next</a:t>
            </a:r>
          </a:p>
        </p:txBody>
      </p:sp>
      <p:sp>
        <p:nvSpPr>
          <p:cNvPr id="4" name="Content Placeholder 3">
            <a:extLst>
              <a:ext uri="{FF2B5EF4-FFF2-40B4-BE49-F238E27FC236}">
                <a16:creationId xmlns:a16="http://schemas.microsoft.com/office/drawing/2014/main" id="{10A14994-1232-9D16-98DE-F6D7FE9D8242}"/>
              </a:ext>
            </a:extLst>
          </p:cNvPr>
          <p:cNvSpPr>
            <a:spLocks noGrp="1"/>
          </p:cNvSpPr>
          <p:nvPr>
            <p:ph idx="1"/>
          </p:nvPr>
        </p:nvSpPr>
        <p:spPr/>
        <p:txBody>
          <a:bodyPr/>
          <a:lstStyle/>
          <a:p>
            <a:r>
              <a:rPr lang="en-US" sz="2400"/>
              <a:t>Transmitter</a:t>
            </a:r>
          </a:p>
          <a:p>
            <a:pPr lvl="1"/>
            <a:r>
              <a:rPr lang="en-US"/>
              <a:t>Allocate power budget across components</a:t>
            </a:r>
          </a:p>
          <a:p>
            <a:pPr lvl="1"/>
            <a:r>
              <a:rPr lang="en-US"/>
              <a:t>Identify common path</a:t>
            </a:r>
          </a:p>
          <a:p>
            <a:r>
              <a:rPr lang="en-US" sz="2400"/>
              <a:t>Receiver</a:t>
            </a:r>
          </a:p>
          <a:p>
            <a:pPr lvl="1"/>
            <a:r>
              <a:rPr lang="en-US"/>
              <a:t>Allocate noise budget across components</a:t>
            </a:r>
          </a:p>
          <a:p>
            <a:pPr lvl="1"/>
            <a:r>
              <a:rPr lang="en-US"/>
              <a:t>Identify common path</a:t>
            </a:r>
          </a:p>
          <a:p>
            <a:r>
              <a:rPr lang="en-US" sz="2400"/>
              <a:t>Antenna</a:t>
            </a:r>
          </a:p>
          <a:p>
            <a:pPr lvl="1"/>
            <a:r>
              <a:rPr lang="en-US"/>
              <a:t>Design dual polarized antenna and determine directivity</a:t>
            </a:r>
          </a:p>
          <a:p>
            <a:pPr lvl="1"/>
            <a:r>
              <a:rPr lang="en-US"/>
              <a:t>Design matching network and maximize power transfer</a:t>
            </a:r>
          </a:p>
          <a:p>
            <a:pPr lvl="1"/>
            <a:r>
              <a:rPr lang="en-US"/>
              <a:t>Integrate antenna in transmitter and receiver</a:t>
            </a:r>
          </a:p>
          <a:p>
            <a:r>
              <a:rPr lang="en-US" sz="2400"/>
              <a:t>Array</a:t>
            </a:r>
          </a:p>
          <a:p>
            <a:pPr lvl="1"/>
            <a:r>
              <a:rPr lang="en-US"/>
              <a:t>Model array gain and integrate in TX and RX paths</a:t>
            </a:r>
          </a:p>
        </p:txBody>
      </p:sp>
    </p:spTree>
    <p:extLst>
      <p:ext uri="{BB962C8B-B14F-4D97-AF65-F5344CB8AC3E}">
        <p14:creationId xmlns:p14="http://schemas.microsoft.com/office/powerpoint/2010/main" val="2332552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1F273B3-CB36-603C-0AC3-643285A42978}"/>
              </a:ext>
            </a:extLst>
          </p:cNvPr>
          <p:cNvPicPr>
            <a:picLocks noChangeAspect="1"/>
          </p:cNvPicPr>
          <p:nvPr/>
        </p:nvPicPr>
        <p:blipFill>
          <a:blip r:embed="rId2"/>
          <a:stretch>
            <a:fillRect/>
          </a:stretch>
        </p:blipFill>
        <p:spPr>
          <a:xfrm>
            <a:off x="914446" y="928574"/>
            <a:ext cx="10464756" cy="5891270"/>
          </a:xfrm>
          <a:prstGeom prst="rect">
            <a:avLst/>
          </a:prstGeom>
        </p:spPr>
      </p:pic>
      <p:sp>
        <p:nvSpPr>
          <p:cNvPr id="2" name="Title 1">
            <a:extLst>
              <a:ext uri="{FF2B5EF4-FFF2-40B4-BE49-F238E27FC236}">
                <a16:creationId xmlns:a16="http://schemas.microsoft.com/office/drawing/2014/main" id="{4DB3B97C-B2F5-17A3-CD03-E83B27CC8457}"/>
              </a:ext>
            </a:extLst>
          </p:cNvPr>
          <p:cNvSpPr>
            <a:spLocks noGrp="1"/>
          </p:cNvSpPr>
          <p:nvPr>
            <p:ph type="title"/>
          </p:nvPr>
        </p:nvSpPr>
        <p:spPr/>
        <p:txBody>
          <a:bodyPr/>
          <a:lstStyle/>
          <a:p>
            <a:r>
              <a:rPr lang="en-US"/>
              <a:t>Transmitter Specifications (Baseline)</a:t>
            </a:r>
          </a:p>
        </p:txBody>
      </p:sp>
      <p:sp>
        <p:nvSpPr>
          <p:cNvPr id="8" name="Oval 7">
            <a:extLst>
              <a:ext uri="{FF2B5EF4-FFF2-40B4-BE49-F238E27FC236}">
                <a16:creationId xmlns:a16="http://schemas.microsoft.com/office/drawing/2014/main" id="{1002F5FB-E224-404C-D14F-5EA5BD73A42A}"/>
              </a:ext>
            </a:extLst>
          </p:cNvPr>
          <p:cNvSpPr/>
          <p:nvPr/>
        </p:nvSpPr>
        <p:spPr>
          <a:xfrm>
            <a:off x="10009712" y="4604657"/>
            <a:ext cx="1676400" cy="11430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 name="Oval 2">
            <a:extLst>
              <a:ext uri="{FF2B5EF4-FFF2-40B4-BE49-F238E27FC236}">
                <a16:creationId xmlns:a16="http://schemas.microsoft.com/office/drawing/2014/main" id="{836F97CE-1AAD-6609-0453-B08E3BF1032E}"/>
              </a:ext>
            </a:extLst>
          </p:cNvPr>
          <p:cNvSpPr/>
          <p:nvPr/>
        </p:nvSpPr>
        <p:spPr>
          <a:xfrm>
            <a:off x="1514669" y="2418544"/>
            <a:ext cx="1676400" cy="11430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9" name="TextBox 8">
            <a:extLst>
              <a:ext uri="{FF2B5EF4-FFF2-40B4-BE49-F238E27FC236}">
                <a16:creationId xmlns:a16="http://schemas.microsoft.com/office/drawing/2014/main" id="{4247A60F-AE5A-4537-099B-DACE1D32F5D8}"/>
              </a:ext>
            </a:extLst>
          </p:cNvPr>
          <p:cNvSpPr txBox="1"/>
          <p:nvPr/>
        </p:nvSpPr>
        <p:spPr>
          <a:xfrm>
            <a:off x="11079855" y="260059"/>
            <a:ext cx="1009223" cy="397195"/>
          </a:xfrm>
          <a:prstGeom prst="rect">
            <a:avLst/>
          </a:prstGeom>
          <a:noFill/>
        </p:spPr>
        <p:txBody>
          <a:bodyPr wrap="square" rtlCol="0">
            <a:spAutoFit/>
          </a:bodyPr>
          <a:lstStyle/>
          <a:p>
            <a:r>
              <a:rPr lang="en-US" sz="2000" b="1">
                <a:solidFill>
                  <a:schemeClr val="accent1"/>
                </a:solidFill>
                <a:latin typeface="Arial" pitchFamily="34" charset="0"/>
                <a:cs typeface="Arial" pitchFamily="34" charset="0"/>
              </a:rPr>
              <a:t>DEMO</a:t>
            </a:r>
            <a:endParaRPr lang="en-NL" sz="2000" b="1">
              <a:solidFill>
                <a:schemeClr val="accent1"/>
              </a:solidFill>
              <a:latin typeface="Arial" pitchFamily="34" charset="0"/>
              <a:cs typeface="Arial" pitchFamily="34" charset="0"/>
            </a:endParaRPr>
          </a:p>
        </p:txBody>
      </p:sp>
      <p:sp>
        <p:nvSpPr>
          <p:cNvPr id="10" name="TextBox 9">
            <a:extLst>
              <a:ext uri="{FF2B5EF4-FFF2-40B4-BE49-F238E27FC236}">
                <a16:creationId xmlns:a16="http://schemas.microsoft.com/office/drawing/2014/main" id="{129A6797-CA1E-C164-20D4-51D55895AF66}"/>
              </a:ext>
            </a:extLst>
          </p:cNvPr>
          <p:cNvSpPr txBox="1"/>
          <p:nvPr/>
        </p:nvSpPr>
        <p:spPr>
          <a:xfrm>
            <a:off x="8886212" y="6380903"/>
            <a:ext cx="2185214" cy="400110"/>
          </a:xfrm>
          <a:prstGeom prst="rect">
            <a:avLst/>
          </a:prstGeom>
          <a:noFill/>
        </p:spPr>
        <p:txBody>
          <a:bodyPr wrap="none" rtlCol="0">
            <a:spAutoFit/>
          </a:bodyPr>
          <a:lstStyle/>
          <a:p>
            <a:r>
              <a:rPr lang="en-US" sz="2000" b="1" err="1">
                <a:latin typeface="Courier New" panose="02070309020205020404" pitchFamily="49" charset="0"/>
                <a:cs typeface="Courier New" panose="02070309020205020404" pitchFamily="49" charset="0"/>
              </a:rPr>
              <a:t>Budget_TX.mat</a:t>
            </a:r>
            <a:endParaRPr lang="en-US" sz="2000" b="1">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4160133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36B764-B4B0-8FC8-D615-494F2170DD04}"/>
              </a:ext>
            </a:extLst>
          </p:cNvPr>
          <p:cNvPicPr>
            <a:picLocks noChangeAspect="1"/>
          </p:cNvPicPr>
          <p:nvPr/>
        </p:nvPicPr>
        <p:blipFill>
          <a:blip r:embed="rId2"/>
          <a:stretch>
            <a:fillRect/>
          </a:stretch>
        </p:blipFill>
        <p:spPr>
          <a:xfrm>
            <a:off x="339755" y="1051249"/>
            <a:ext cx="3125754" cy="1759684"/>
          </a:xfrm>
          <a:prstGeom prst="rect">
            <a:avLst/>
          </a:prstGeom>
        </p:spPr>
      </p:pic>
      <p:pic>
        <p:nvPicPr>
          <p:cNvPr id="8" name="Picture 7">
            <a:extLst>
              <a:ext uri="{FF2B5EF4-FFF2-40B4-BE49-F238E27FC236}">
                <a16:creationId xmlns:a16="http://schemas.microsoft.com/office/drawing/2014/main" id="{EB262E6C-6EBC-80DE-46A2-EED6BEEEBA86}"/>
              </a:ext>
            </a:extLst>
          </p:cNvPr>
          <p:cNvPicPr>
            <a:picLocks noChangeAspect="1"/>
          </p:cNvPicPr>
          <p:nvPr/>
        </p:nvPicPr>
        <p:blipFill>
          <a:blip r:embed="rId3"/>
          <a:stretch>
            <a:fillRect/>
          </a:stretch>
        </p:blipFill>
        <p:spPr>
          <a:xfrm>
            <a:off x="2456791" y="2667000"/>
            <a:ext cx="9360480" cy="3942998"/>
          </a:xfrm>
          <a:prstGeom prst="rect">
            <a:avLst/>
          </a:prstGeom>
        </p:spPr>
      </p:pic>
      <p:sp>
        <p:nvSpPr>
          <p:cNvPr id="3" name="Title 2">
            <a:extLst>
              <a:ext uri="{FF2B5EF4-FFF2-40B4-BE49-F238E27FC236}">
                <a16:creationId xmlns:a16="http://schemas.microsoft.com/office/drawing/2014/main" id="{D3E02E15-75FD-95CE-B8CB-CC7839671D84}"/>
              </a:ext>
            </a:extLst>
          </p:cNvPr>
          <p:cNvSpPr>
            <a:spLocks noGrp="1"/>
          </p:cNvSpPr>
          <p:nvPr>
            <p:ph type="title"/>
          </p:nvPr>
        </p:nvSpPr>
        <p:spPr>
          <a:xfrm>
            <a:off x="609602" y="457200"/>
            <a:ext cx="11373524" cy="990600"/>
          </a:xfrm>
        </p:spPr>
        <p:txBody>
          <a:bodyPr/>
          <a:lstStyle/>
          <a:p>
            <a:r>
              <a:rPr lang="en-US"/>
              <a:t>Transmitter Design: Common Path, Switches, and Component Specs</a:t>
            </a:r>
          </a:p>
        </p:txBody>
      </p:sp>
      <p:sp>
        <p:nvSpPr>
          <p:cNvPr id="9" name="TextBox 8">
            <a:extLst>
              <a:ext uri="{FF2B5EF4-FFF2-40B4-BE49-F238E27FC236}">
                <a16:creationId xmlns:a16="http://schemas.microsoft.com/office/drawing/2014/main" id="{25E99405-7B0B-E4D4-DA68-7F1CE869C567}"/>
              </a:ext>
            </a:extLst>
          </p:cNvPr>
          <p:cNvSpPr txBox="1"/>
          <p:nvPr/>
        </p:nvSpPr>
        <p:spPr>
          <a:xfrm>
            <a:off x="2895600" y="4553895"/>
            <a:ext cx="1516762" cy="400110"/>
          </a:xfrm>
          <a:prstGeom prst="rect">
            <a:avLst/>
          </a:prstGeom>
          <a:solidFill>
            <a:schemeClr val="bg1"/>
          </a:solidFill>
        </p:spPr>
        <p:txBody>
          <a:bodyPr wrap="none" rtlCol="0">
            <a:spAutoFit/>
          </a:bodyPr>
          <a:lstStyle/>
          <a:p>
            <a:r>
              <a:rPr lang="en-US" sz="2000">
                <a:latin typeface="Arial" pitchFamily="34" charset="0"/>
                <a:cs typeface="Arial" pitchFamily="34" charset="0"/>
              </a:rPr>
              <a:t>Pin = 3dBm</a:t>
            </a:r>
          </a:p>
        </p:txBody>
      </p:sp>
      <p:sp>
        <p:nvSpPr>
          <p:cNvPr id="10" name="TextBox 9">
            <a:extLst>
              <a:ext uri="{FF2B5EF4-FFF2-40B4-BE49-F238E27FC236}">
                <a16:creationId xmlns:a16="http://schemas.microsoft.com/office/drawing/2014/main" id="{34164D7C-A88F-CD1A-FB6C-EB8E4FA91804}"/>
              </a:ext>
            </a:extLst>
          </p:cNvPr>
          <p:cNvSpPr txBox="1"/>
          <p:nvPr/>
        </p:nvSpPr>
        <p:spPr>
          <a:xfrm>
            <a:off x="9724783" y="4255027"/>
            <a:ext cx="1882438" cy="400110"/>
          </a:xfrm>
          <a:prstGeom prst="rect">
            <a:avLst/>
          </a:prstGeom>
          <a:solidFill>
            <a:schemeClr val="bg1"/>
          </a:solidFill>
        </p:spPr>
        <p:txBody>
          <a:bodyPr wrap="none" rtlCol="0">
            <a:spAutoFit/>
          </a:bodyPr>
          <a:lstStyle/>
          <a:p>
            <a:r>
              <a:rPr lang="en-US" sz="2000">
                <a:latin typeface="Arial" pitchFamily="34" charset="0"/>
                <a:cs typeface="Arial" pitchFamily="34" charset="0"/>
              </a:rPr>
              <a:t>EIRP = 85dBm</a:t>
            </a:r>
          </a:p>
        </p:txBody>
      </p:sp>
      <p:sp>
        <p:nvSpPr>
          <p:cNvPr id="11" name="TextBox 10">
            <a:extLst>
              <a:ext uri="{FF2B5EF4-FFF2-40B4-BE49-F238E27FC236}">
                <a16:creationId xmlns:a16="http://schemas.microsoft.com/office/drawing/2014/main" id="{E3C734FA-8092-AA03-C792-759495F9F1DB}"/>
              </a:ext>
            </a:extLst>
          </p:cNvPr>
          <p:cNvSpPr txBox="1"/>
          <p:nvPr/>
        </p:nvSpPr>
        <p:spPr>
          <a:xfrm>
            <a:off x="9067800" y="5877447"/>
            <a:ext cx="2244525" cy="400110"/>
          </a:xfrm>
          <a:prstGeom prst="rect">
            <a:avLst/>
          </a:prstGeom>
          <a:solidFill>
            <a:schemeClr val="bg1"/>
          </a:solidFill>
        </p:spPr>
        <p:txBody>
          <a:bodyPr wrap="none" rtlCol="0">
            <a:spAutoFit/>
          </a:bodyPr>
          <a:lstStyle/>
          <a:p>
            <a:r>
              <a:rPr lang="en-US" sz="2000">
                <a:latin typeface="Arial" pitchFamily="34" charset="0"/>
                <a:cs typeface="Arial" pitchFamily="34" charset="0"/>
              </a:rPr>
              <a:t>Directivity = 32dBi</a:t>
            </a:r>
          </a:p>
        </p:txBody>
      </p:sp>
      <p:sp>
        <p:nvSpPr>
          <p:cNvPr id="7" name="Arrow: Curved Down 6">
            <a:extLst>
              <a:ext uri="{FF2B5EF4-FFF2-40B4-BE49-F238E27FC236}">
                <a16:creationId xmlns:a16="http://schemas.microsoft.com/office/drawing/2014/main" id="{E8019F72-76F1-6272-8340-C63FED093824}"/>
              </a:ext>
            </a:extLst>
          </p:cNvPr>
          <p:cNvSpPr/>
          <p:nvPr/>
        </p:nvSpPr>
        <p:spPr>
          <a:xfrm rot="2530478">
            <a:off x="3364739" y="1977727"/>
            <a:ext cx="1216152" cy="731520"/>
          </a:xfrm>
          <a:prstGeom prst="curved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latin typeface="Arial" pitchFamily="34" charset="0"/>
              <a:cs typeface="Arial" pitchFamily="34" charset="0"/>
            </a:endParaRPr>
          </a:p>
        </p:txBody>
      </p:sp>
      <p:sp>
        <p:nvSpPr>
          <p:cNvPr id="2" name="Oval 1">
            <a:extLst>
              <a:ext uri="{FF2B5EF4-FFF2-40B4-BE49-F238E27FC236}">
                <a16:creationId xmlns:a16="http://schemas.microsoft.com/office/drawing/2014/main" id="{E4F6ED0E-8947-235B-8B63-76D7E3B776FF}"/>
              </a:ext>
            </a:extLst>
          </p:cNvPr>
          <p:cNvSpPr/>
          <p:nvPr/>
        </p:nvSpPr>
        <p:spPr>
          <a:xfrm>
            <a:off x="5138056" y="4849280"/>
            <a:ext cx="4011989" cy="10372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2" name="TextBox 11">
            <a:extLst>
              <a:ext uri="{FF2B5EF4-FFF2-40B4-BE49-F238E27FC236}">
                <a16:creationId xmlns:a16="http://schemas.microsoft.com/office/drawing/2014/main" id="{42B487DC-687C-036E-8191-9E2A46720BE7}"/>
              </a:ext>
            </a:extLst>
          </p:cNvPr>
          <p:cNvSpPr txBox="1"/>
          <p:nvPr/>
        </p:nvSpPr>
        <p:spPr>
          <a:xfrm>
            <a:off x="6660518" y="4689221"/>
            <a:ext cx="1794081" cy="400110"/>
          </a:xfrm>
          <a:prstGeom prst="rect">
            <a:avLst/>
          </a:prstGeom>
          <a:solidFill>
            <a:schemeClr val="bg1"/>
          </a:solidFill>
        </p:spPr>
        <p:txBody>
          <a:bodyPr wrap="none" rtlCol="0">
            <a:spAutoFit/>
          </a:bodyPr>
          <a:lstStyle/>
          <a:p>
            <a:r>
              <a:rPr lang="en-US" sz="2000">
                <a:solidFill>
                  <a:schemeClr val="accent1"/>
                </a:solidFill>
                <a:latin typeface="Arial" pitchFamily="34" charset="0"/>
                <a:cs typeface="Arial" pitchFamily="34" charset="0"/>
              </a:rPr>
              <a:t>Common path</a:t>
            </a:r>
          </a:p>
        </p:txBody>
      </p:sp>
      <p:sp>
        <p:nvSpPr>
          <p:cNvPr id="15" name="TextBox 14">
            <a:extLst>
              <a:ext uri="{FF2B5EF4-FFF2-40B4-BE49-F238E27FC236}">
                <a16:creationId xmlns:a16="http://schemas.microsoft.com/office/drawing/2014/main" id="{2DD4CDFD-6F61-F53E-0AF9-FA537EB4DC49}"/>
              </a:ext>
            </a:extLst>
          </p:cNvPr>
          <p:cNvSpPr txBox="1"/>
          <p:nvPr/>
        </p:nvSpPr>
        <p:spPr>
          <a:xfrm>
            <a:off x="11079855" y="260059"/>
            <a:ext cx="1009223" cy="397195"/>
          </a:xfrm>
          <a:prstGeom prst="rect">
            <a:avLst/>
          </a:prstGeom>
          <a:noFill/>
        </p:spPr>
        <p:txBody>
          <a:bodyPr wrap="square" rtlCol="0">
            <a:spAutoFit/>
          </a:bodyPr>
          <a:lstStyle/>
          <a:p>
            <a:r>
              <a:rPr lang="en-US" sz="2000" b="1">
                <a:solidFill>
                  <a:schemeClr val="accent1"/>
                </a:solidFill>
                <a:latin typeface="Arial" pitchFamily="34" charset="0"/>
                <a:cs typeface="Arial" pitchFamily="34" charset="0"/>
              </a:rPr>
              <a:t>DEMO</a:t>
            </a:r>
            <a:endParaRPr lang="en-NL" sz="2000" b="1">
              <a:solidFill>
                <a:schemeClr val="accent1"/>
              </a:solidFill>
              <a:latin typeface="Arial" pitchFamily="34" charset="0"/>
              <a:cs typeface="Arial" pitchFamily="34" charset="0"/>
            </a:endParaRPr>
          </a:p>
        </p:txBody>
      </p:sp>
      <p:sp>
        <p:nvSpPr>
          <p:cNvPr id="16" name="TextBox 15">
            <a:extLst>
              <a:ext uri="{FF2B5EF4-FFF2-40B4-BE49-F238E27FC236}">
                <a16:creationId xmlns:a16="http://schemas.microsoft.com/office/drawing/2014/main" id="{675A6EBC-59A1-D714-4E25-B9E40A842659}"/>
              </a:ext>
            </a:extLst>
          </p:cNvPr>
          <p:cNvSpPr txBox="1"/>
          <p:nvPr/>
        </p:nvSpPr>
        <p:spPr>
          <a:xfrm>
            <a:off x="125333" y="6400800"/>
            <a:ext cx="1107996" cy="400110"/>
          </a:xfrm>
          <a:prstGeom prst="rect">
            <a:avLst/>
          </a:prstGeom>
          <a:noFill/>
        </p:spPr>
        <p:txBody>
          <a:bodyPr wrap="none" rtlCol="0">
            <a:spAutoFit/>
          </a:bodyPr>
          <a:lstStyle/>
          <a:p>
            <a:r>
              <a:rPr lang="en-US" sz="2000" b="1" err="1">
                <a:latin typeface="Courier New" panose="02070309020205020404" pitchFamily="49" charset="0"/>
                <a:cs typeface="Courier New" panose="02070309020205020404" pitchFamily="49" charset="0"/>
              </a:rPr>
              <a:t>TX.slx</a:t>
            </a:r>
            <a:endParaRPr lang="en-US" sz="2000" b="1">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130344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B2C7228-F3D8-F737-C3D2-001E980C8EE8}"/>
              </a:ext>
            </a:extLst>
          </p:cNvPr>
          <p:cNvPicPr>
            <a:picLocks noChangeAspect="1"/>
          </p:cNvPicPr>
          <p:nvPr/>
        </p:nvPicPr>
        <p:blipFill>
          <a:blip r:embed="rId2"/>
          <a:stretch>
            <a:fillRect/>
          </a:stretch>
        </p:blipFill>
        <p:spPr>
          <a:xfrm>
            <a:off x="1026332" y="952500"/>
            <a:ext cx="10226349" cy="5757055"/>
          </a:xfrm>
          <a:prstGeom prst="rect">
            <a:avLst/>
          </a:prstGeom>
        </p:spPr>
      </p:pic>
      <p:sp>
        <p:nvSpPr>
          <p:cNvPr id="2" name="Title 1">
            <a:extLst>
              <a:ext uri="{FF2B5EF4-FFF2-40B4-BE49-F238E27FC236}">
                <a16:creationId xmlns:a16="http://schemas.microsoft.com/office/drawing/2014/main" id="{4DB3B97C-B2F5-17A3-CD03-E83B27CC8457}"/>
              </a:ext>
            </a:extLst>
          </p:cNvPr>
          <p:cNvSpPr>
            <a:spLocks noGrp="1"/>
          </p:cNvSpPr>
          <p:nvPr>
            <p:ph type="title"/>
          </p:nvPr>
        </p:nvSpPr>
        <p:spPr/>
        <p:txBody>
          <a:bodyPr/>
          <a:lstStyle/>
          <a:p>
            <a:r>
              <a:rPr lang="en-US"/>
              <a:t>Receiver Specifications (Baseline)</a:t>
            </a:r>
          </a:p>
        </p:txBody>
      </p:sp>
      <p:sp>
        <p:nvSpPr>
          <p:cNvPr id="8" name="Oval 7">
            <a:extLst>
              <a:ext uri="{FF2B5EF4-FFF2-40B4-BE49-F238E27FC236}">
                <a16:creationId xmlns:a16="http://schemas.microsoft.com/office/drawing/2014/main" id="{1002F5FB-E224-404C-D14F-5EA5BD73A42A}"/>
              </a:ext>
            </a:extLst>
          </p:cNvPr>
          <p:cNvSpPr/>
          <p:nvPr/>
        </p:nvSpPr>
        <p:spPr>
          <a:xfrm>
            <a:off x="10216447" y="5370529"/>
            <a:ext cx="762000" cy="6096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 name="Oval 2">
            <a:extLst>
              <a:ext uri="{FF2B5EF4-FFF2-40B4-BE49-F238E27FC236}">
                <a16:creationId xmlns:a16="http://schemas.microsoft.com/office/drawing/2014/main" id="{216B4090-D661-2209-CAC2-0B5964EDE91D}"/>
              </a:ext>
            </a:extLst>
          </p:cNvPr>
          <p:cNvSpPr/>
          <p:nvPr/>
        </p:nvSpPr>
        <p:spPr>
          <a:xfrm>
            <a:off x="1502229" y="2688027"/>
            <a:ext cx="1415142" cy="11430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9" name="TextBox 8">
            <a:extLst>
              <a:ext uri="{FF2B5EF4-FFF2-40B4-BE49-F238E27FC236}">
                <a16:creationId xmlns:a16="http://schemas.microsoft.com/office/drawing/2014/main" id="{15FFE51D-723A-F70F-FA0D-B5252E161BCB}"/>
              </a:ext>
            </a:extLst>
          </p:cNvPr>
          <p:cNvSpPr txBox="1"/>
          <p:nvPr/>
        </p:nvSpPr>
        <p:spPr>
          <a:xfrm>
            <a:off x="11079855" y="260059"/>
            <a:ext cx="1009223" cy="397195"/>
          </a:xfrm>
          <a:prstGeom prst="rect">
            <a:avLst/>
          </a:prstGeom>
          <a:noFill/>
        </p:spPr>
        <p:txBody>
          <a:bodyPr wrap="square" rtlCol="0">
            <a:spAutoFit/>
          </a:bodyPr>
          <a:lstStyle/>
          <a:p>
            <a:r>
              <a:rPr lang="en-US" sz="2000" b="1">
                <a:solidFill>
                  <a:schemeClr val="accent1"/>
                </a:solidFill>
                <a:latin typeface="Arial" pitchFamily="34" charset="0"/>
                <a:cs typeface="Arial" pitchFamily="34" charset="0"/>
              </a:rPr>
              <a:t>DEMO</a:t>
            </a:r>
            <a:endParaRPr lang="en-NL" sz="2000" b="1">
              <a:solidFill>
                <a:schemeClr val="accent1"/>
              </a:solidFill>
              <a:latin typeface="Arial" pitchFamily="34" charset="0"/>
              <a:cs typeface="Arial" pitchFamily="34" charset="0"/>
            </a:endParaRPr>
          </a:p>
        </p:txBody>
      </p:sp>
      <p:sp>
        <p:nvSpPr>
          <p:cNvPr id="10" name="TextBox 9">
            <a:extLst>
              <a:ext uri="{FF2B5EF4-FFF2-40B4-BE49-F238E27FC236}">
                <a16:creationId xmlns:a16="http://schemas.microsoft.com/office/drawing/2014/main" id="{2EAEE85F-2F50-7D3A-4EE4-2B830D900146}"/>
              </a:ext>
            </a:extLst>
          </p:cNvPr>
          <p:cNvSpPr txBox="1"/>
          <p:nvPr/>
        </p:nvSpPr>
        <p:spPr>
          <a:xfrm>
            <a:off x="8886212" y="6380903"/>
            <a:ext cx="2185214" cy="400110"/>
          </a:xfrm>
          <a:prstGeom prst="rect">
            <a:avLst/>
          </a:prstGeom>
          <a:noFill/>
        </p:spPr>
        <p:txBody>
          <a:bodyPr wrap="none" rtlCol="0">
            <a:spAutoFit/>
          </a:bodyPr>
          <a:lstStyle/>
          <a:p>
            <a:r>
              <a:rPr lang="en-US" sz="2000" b="1" err="1">
                <a:latin typeface="Courier New" panose="02070309020205020404" pitchFamily="49" charset="0"/>
                <a:cs typeface="Courier New" panose="02070309020205020404" pitchFamily="49" charset="0"/>
              </a:rPr>
              <a:t>Budget_RX.mat</a:t>
            </a:r>
            <a:endParaRPr lang="en-US" sz="2000" b="1">
              <a:latin typeface="Courier New" panose="02070309020205020404" pitchFamily="49" charset="0"/>
              <a:cs typeface="Courier New" panose="02070309020205020404" pitchFamily="49" charset="0"/>
            </a:endParaRPr>
          </a:p>
        </p:txBody>
      </p:sp>
      <p:sp>
        <p:nvSpPr>
          <p:cNvPr id="5" name="Rectangle 4">
            <a:extLst>
              <a:ext uri="{FF2B5EF4-FFF2-40B4-BE49-F238E27FC236}">
                <a16:creationId xmlns:a16="http://schemas.microsoft.com/office/drawing/2014/main" id="{EBA37A96-5EA5-CC0E-088C-57ABFD165EAB}"/>
              </a:ext>
            </a:extLst>
          </p:cNvPr>
          <p:cNvSpPr/>
          <p:nvPr/>
        </p:nvSpPr>
        <p:spPr>
          <a:xfrm>
            <a:off x="3097924" y="5370529"/>
            <a:ext cx="402021" cy="296917"/>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b="1">
              <a:latin typeface="Arial" pitchFamily="34" charset="0"/>
              <a:cs typeface="Arial" pitchFamily="34" charset="0"/>
            </a:endParaRPr>
          </a:p>
        </p:txBody>
      </p:sp>
    </p:spTree>
    <p:extLst>
      <p:ext uri="{BB962C8B-B14F-4D97-AF65-F5344CB8AC3E}">
        <p14:creationId xmlns:p14="http://schemas.microsoft.com/office/powerpoint/2010/main" val="2611963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A88AFD-4D58-906D-CEED-12487F7B65CD}"/>
              </a:ext>
            </a:extLst>
          </p:cNvPr>
          <p:cNvPicPr>
            <a:picLocks noChangeAspect="1"/>
          </p:cNvPicPr>
          <p:nvPr/>
        </p:nvPicPr>
        <p:blipFill>
          <a:blip r:embed="rId2"/>
          <a:stretch>
            <a:fillRect/>
          </a:stretch>
        </p:blipFill>
        <p:spPr>
          <a:xfrm>
            <a:off x="322034" y="930915"/>
            <a:ext cx="3186057" cy="1793632"/>
          </a:xfrm>
          <a:prstGeom prst="rect">
            <a:avLst/>
          </a:prstGeom>
        </p:spPr>
      </p:pic>
      <p:pic>
        <p:nvPicPr>
          <p:cNvPr id="5" name="Picture 4">
            <a:extLst>
              <a:ext uri="{FF2B5EF4-FFF2-40B4-BE49-F238E27FC236}">
                <a16:creationId xmlns:a16="http://schemas.microsoft.com/office/drawing/2014/main" id="{FC1D7923-7F40-E205-F3F9-44419EBB98C7}"/>
              </a:ext>
            </a:extLst>
          </p:cNvPr>
          <p:cNvPicPr>
            <a:picLocks noChangeAspect="1"/>
          </p:cNvPicPr>
          <p:nvPr/>
        </p:nvPicPr>
        <p:blipFill>
          <a:blip r:embed="rId3"/>
          <a:stretch>
            <a:fillRect/>
          </a:stretch>
        </p:blipFill>
        <p:spPr>
          <a:xfrm>
            <a:off x="2468494" y="2603011"/>
            <a:ext cx="9348774" cy="3938068"/>
          </a:xfrm>
          <a:prstGeom prst="rect">
            <a:avLst/>
          </a:prstGeom>
        </p:spPr>
      </p:pic>
      <p:sp>
        <p:nvSpPr>
          <p:cNvPr id="3" name="Title 2">
            <a:extLst>
              <a:ext uri="{FF2B5EF4-FFF2-40B4-BE49-F238E27FC236}">
                <a16:creationId xmlns:a16="http://schemas.microsoft.com/office/drawing/2014/main" id="{D3E02E15-75FD-95CE-B8CB-CC7839671D84}"/>
              </a:ext>
            </a:extLst>
          </p:cNvPr>
          <p:cNvSpPr>
            <a:spLocks noGrp="1"/>
          </p:cNvSpPr>
          <p:nvPr>
            <p:ph type="title"/>
          </p:nvPr>
        </p:nvSpPr>
        <p:spPr/>
        <p:txBody>
          <a:bodyPr/>
          <a:lstStyle/>
          <a:p>
            <a:r>
              <a:rPr lang="en-US"/>
              <a:t>Receiver Design: Common Path, Switches, and Component Specs</a:t>
            </a:r>
          </a:p>
        </p:txBody>
      </p:sp>
      <p:sp>
        <p:nvSpPr>
          <p:cNvPr id="7" name="TextBox 6">
            <a:extLst>
              <a:ext uri="{FF2B5EF4-FFF2-40B4-BE49-F238E27FC236}">
                <a16:creationId xmlns:a16="http://schemas.microsoft.com/office/drawing/2014/main" id="{67B02D13-99B4-EE22-D040-DB021AC61732}"/>
              </a:ext>
            </a:extLst>
          </p:cNvPr>
          <p:cNvSpPr txBox="1"/>
          <p:nvPr/>
        </p:nvSpPr>
        <p:spPr>
          <a:xfrm>
            <a:off x="311075" y="5486400"/>
            <a:ext cx="4251485" cy="707886"/>
          </a:xfrm>
          <a:prstGeom prst="rect">
            <a:avLst/>
          </a:prstGeom>
          <a:solidFill>
            <a:schemeClr val="bg1"/>
          </a:solidFill>
        </p:spPr>
        <p:txBody>
          <a:bodyPr wrap="none" rtlCol="0">
            <a:spAutoFit/>
          </a:bodyPr>
          <a:lstStyle/>
          <a:p>
            <a:r>
              <a:rPr lang="en-US" sz="2000">
                <a:latin typeface="Arial" pitchFamily="34" charset="0"/>
                <a:cs typeface="Arial" pitchFamily="34" charset="0"/>
              </a:rPr>
              <a:t>Pin = </a:t>
            </a:r>
            <a:r>
              <a:rPr lang="en-US" sz="2000" err="1">
                <a:latin typeface="Arial" pitchFamily="34" charset="0"/>
                <a:cs typeface="Arial" pitchFamily="34" charset="0"/>
              </a:rPr>
              <a:t>EIRP-PathLoss+RCS</a:t>
            </a:r>
            <a:r>
              <a:rPr lang="en-US" sz="2000">
                <a:latin typeface="Arial" pitchFamily="34" charset="0"/>
                <a:cs typeface="Arial" pitchFamily="34" charset="0"/>
              </a:rPr>
              <a:t> return =</a:t>
            </a:r>
          </a:p>
          <a:p>
            <a:r>
              <a:rPr lang="en-US" sz="2000">
                <a:latin typeface="Arial" pitchFamily="34" charset="0"/>
                <a:cs typeface="Arial" pitchFamily="34" charset="0"/>
              </a:rPr>
              <a:t>  = 85-228+30 = -113dBm</a:t>
            </a:r>
          </a:p>
        </p:txBody>
      </p:sp>
      <p:sp>
        <p:nvSpPr>
          <p:cNvPr id="9" name="TextBox 8">
            <a:extLst>
              <a:ext uri="{FF2B5EF4-FFF2-40B4-BE49-F238E27FC236}">
                <a16:creationId xmlns:a16="http://schemas.microsoft.com/office/drawing/2014/main" id="{CE4ECB98-0073-3B7A-4C0C-9F07F340A6A2}"/>
              </a:ext>
            </a:extLst>
          </p:cNvPr>
          <p:cNvSpPr txBox="1"/>
          <p:nvPr/>
        </p:nvSpPr>
        <p:spPr>
          <a:xfrm>
            <a:off x="7316756" y="1425240"/>
            <a:ext cx="1899879" cy="707886"/>
          </a:xfrm>
          <a:prstGeom prst="rect">
            <a:avLst/>
          </a:prstGeom>
          <a:solidFill>
            <a:schemeClr val="bg1"/>
          </a:solidFill>
        </p:spPr>
        <p:txBody>
          <a:bodyPr wrap="none" rtlCol="0">
            <a:spAutoFit/>
          </a:bodyPr>
          <a:lstStyle/>
          <a:p>
            <a:r>
              <a:rPr lang="en-US" sz="2000">
                <a:latin typeface="Arial" pitchFamily="34" charset="0"/>
                <a:cs typeface="Arial" pitchFamily="34" charset="0"/>
              </a:rPr>
              <a:t>Pout = -66dBm</a:t>
            </a:r>
          </a:p>
          <a:p>
            <a:r>
              <a:rPr lang="en-US" sz="2000">
                <a:latin typeface="Arial" pitchFamily="34" charset="0"/>
                <a:cs typeface="Arial" pitchFamily="34" charset="0"/>
              </a:rPr>
              <a:t>SNR ~ 5dB</a:t>
            </a:r>
          </a:p>
        </p:txBody>
      </p:sp>
      <p:sp>
        <p:nvSpPr>
          <p:cNvPr id="10" name="TextBox 9">
            <a:extLst>
              <a:ext uri="{FF2B5EF4-FFF2-40B4-BE49-F238E27FC236}">
                <a16:creationId xmlns:a16="http://schemas.microsoft.com/office/drawing/2014/main" id="{C9C7E408-3B9F-7B11-3296-D29263DF3CD7}"/>
              </a:ext>
            </a:extLst>
          </p:cNvPr>
          <p:cNvSpPr txBox="1"/>
          <p:nvPr/>
        </p:nvSpPr>
        <p:spPr>
          <a:xfrm>
            <a:off x="3200400" y="4049000"/>
            <a:ext cx="2101857" cy="400110"/>
          </a:xfrm>
          <a:prstGeom prst="rect">
            <a:avLst/>
          </a:prstGeom>
          <a:solidFill>
            <a:schemeClr val="bg1"/>
          </a:solidFill>
        </p:spPr>
        <p:txBody>
          <a:bodyPr wrap="none" rtlCol="0">
            <a:spAutoFit/>
          </a:bodyPr>
          <a:lstStyle/>
          <a:p>
            <a:r>
              <a:rPr lang="en-US" sz="2000">
                <a:latin typeface="Arial" pitchFamily="34" charset="0"/>
                <a:cs typeface="Arial" pitchFamily="34" charset="0"/>
              </a:rPr>
              <a:t>Directivity = 8dBi</a:t>
            </a:r>
          </a:p>
        </p:txBody>
      </p:sp>
      <p:sp>
        <p:nvSpPr>
          <p:cNvPr id="11" name="Arrow: Curved Down 10">
            <a:extLst>
              <a:ext uri="{FF2B5EF4-FFF2-40B4-BE49-F238E27FC236}">
                <a16:creationId xmlns:a16="http://schemas.microsoft.com/office/drawing/2014/main" id="{006B896C-AE03-FB92-5572-B018623C6B53}"/>
              </a:ext>
            </a:extLst>
          </p:cNvPr>
          <p:cNvSpPr/>
          <p:nvPr/>
        </p:nvSpPr>
        <p:spPr>
          <a:xfrm rot="2530478">
            <a:off x="3517140" y="1827990"/>
            <a:ext cx="1216152" cy="731520"/>
          </a:xfrm>
          <a:prstGeom prst="curved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latin typeface="Arial" pitchFamily="34" charset="0"/>
              <a:cs typeface="Arial" pitchFamily="34" charset="0"/>
            </a:endParaRPr>
          </a:p>
        </p:txBody>
      </p:sp>
      <p:sp>
        <p:nvSpPr>
          <p:cNvPr id="4" name="Oval 3">
            <a:extLst>
              <a:ext uri="{FF2B5EF4-FFF2-40B4-BE49-F238E27FC236}">
                <a16:creationId xmlns:a16="http://schemas.microsoft.com/office/drawing/2014/main" id="{F65509A8-7E9A-B292-FC8A-F2264E849D36}"/>
              </a:ext>
            </a:extLst>
          </p:cNvPr>
          <p:cNvSpPr/>
          <p:nvPr/>
        </p:nvSpPr>
        <p:spPr>
          <a:xfrm rot="21056052">
            <a:off x="5484336" y="4297498"/>
            <a:ext cx="4183578" cy="10372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3" name="TextBox 12">
            <a:extLst>
              <a:ext uri="{FF2B5EF4-FFF2-40B4-BE49-F238E27FC236}">
                <a16:creationId xmlns:a16="http://schemas.microsoft.com/office/drawing/2014/main" id="{71A42208-4DC7-80C7-2E90-BAF19060A928}"/>
              </a:ext>
            </a:extLst>
          </p:cNvPr>
          <p:cNvSpPr txBox="1"/>
          <p:nvPr/>
        </p:nvSpPr>
        <p:spPr>
          <a:xfrm>
            <a:off x="7235840" y="3974376"/>
            <a:ext cx="1794081" cy="400110"/>
          </a:xfrm>
          <a:prstGeom prst="rect">
            <a:avLst/>
          </a:prstGeom>
          <a:solidFill>
            <a:schemeClr val="bg1"/>
          </a:solidFill>
        </p:spPr>
        <p:txBody>
          <a:bodyPr wrap="none" rtlCol="0">
            <a:spAutoFit/>
          </a:bodyPr>
          <a:lstStyle/>
          <a:p>
            <a:r>
              <a:rPr lang="en-US" sz="2000">
                <a:solidFill>
                  <a:schemeClr val="accent1"/>
                </a:solidFill>
                <a:latin typeface="Arial" pitchFamily="34" charset="0"/>
                <a:cs typeface="Arial" pitchFamily="34" charset="0"/>
              </a:rPr>
              <a:t>Common path</a:t>
            </a:r>
          </a:p>
        </p:txBody>
      </p:sp>
      <p:sp>
        <p:nvSpPr>
          <p:cNvPr id="15" name="TextBox 14">
            <a:extLst>
              <a:ext uri="{FF2B5EF4-FFF2-40B4-BE49-F238E27FC236}">
                <a16:creationId xmlns:a16="http://schemas.microsoft.com/office/drawing/2014/main" id="{54F2FF59-677C-15C5-049D-3893D3D1C6CD}"/>
              </a:ext>
            </a:extLst>
          </p:cNvPr>
          <p:cNvSpPr txBox="1"/>
          <p:nvPr/>
        </p:nvSpPr>
        <p:spPr>
          <a:xfrm>
            <a:off x="11079855" y="260059"/>
            <a:ext cx="1009223" cy="397195"/>
          </a:xfrm>
          <a:prstGeom prst="rect">
            <a:avLst/>
          </a:prstGeom>
          <a:noFill/>
        </p:spPr>
        <p:txBody>
          <a:bodyPr wrap="square" rtlCol="0">
            <a:spAutoFit/>
          </a:bodyPr>
          <a:lstStyle/>
          <a:p>
            <a:r>
              <a:rPr lang="en-US" sz="2000" b="1">
                <a:solidFill>
                  <a:schemeClr val="accent1"/>
                </a:solidFill>
                <a:latin typeface="Arial" pitchFamily="34" charset="0"/>
                <a:cs typeface="Arial" pitchFamily="34" charset="0"/>
              </a:rPr>
              <a:t>DEMO</a:t>
            </a:r>
            <a:endParaRPr lang="en-NL" sz="2000" b="1">
              <a:solidFill>
                <a:schemeClr val="accent1"/>
              </a:solidFill>
              <a:latin typeface="Arial" pitchFamily="34" charset="0"/>
              <a:cs typeface="Arial" pitchFamily="34" charset="0"/>
            </a:endParaRPr>
          </a:p>
        </p:txBody>
      </p:sp>
      <p:sp>
        <p:nvSpPr>
          <p:cNvPr id="16" name="TextBox 15">
            <a:extLst>
              <a:ext uri="{FF2B5EF4-FFF2-40B4-BE49-F238E27FC236}">
                <a16:creationId xmlns:a16="http://schemas.microsoft.com/office/drawing/2014/main" id="{7CE83C15-D9C0-C6D0-8DB9-6739E573184A}"/>
              </a:ext>
            </a:extLst>
          </p:cNvPr>
          <p:cNvSpPr txBox="1"/>
          <p:nvPr/>
        </p:nvSpPr>
        <p:spPr>
          <a:xfrm>
            <a:off x="125333" y="6400800"/>
            <a:ext cx="1107996" cy="400110"/>
          </a:xfrm>
          <a:prstGeom prst="rect">
            <a:avLst/>
          </a:prstGeom>
          <a:noFill/>
        </p:spPr>
        <p:txBody>
          <a:bodyPr wrap="none" rtlCol="0">
            <a:spAutoFit/>
          </a:bodyPr>
          <a:lstStyle/>
          <a:p>
            <a:r>
              <a:rPr lang="en-US" sz="2000" b="1" err="1">
                <a:latin typeface="Courier New" panose="02070309020205020404" pitchFamily="49" charset="0"/>
                <a:cs typeface="Courier New" panose="02070309020205020404" pitchFamily="49" charset="0"/>
              </a:rPr>
              <a:t>RX.slx</a:t>
            </a:r>
            <a:endParaRPr lang="en-US" sz="2000" b="1">
              <a:latin typeface="Courier New" panose="02070309020205020404" pitchFamily="49" charset="0"/>
              <a:cs typeface="Courier New" panose="02070309020205020404" pitchFamily="49" charset="0"/>
            </a:endParaRPr>
          </a:p>
        </p:txBody>
      </p:sp>
      <p:pic>
        <p:nvPicPr>
          <p:cNvPr id="17" name="Picture 16">
            <a:extLst>
              <a:ext uri="{FF2B5EF4-FFF2-40B4-BE49-F238E27FC236}">
                <a16:creationId xmlns:a16="http://schemas.microsoft.com/office/drawing/2014/main" id="{6A9E2516-A6FC-B564-D376-04FC7BF30C07}"/>
              </a:ext>
            </a:extLst>
          </p:cNvPr>
          <p:cNvPicPr>
            <a:picLocks noChangeAspect="1"/>
          </p:cNvPicPr>
          <p:nvPr/>
        </p:nvPicPr>
        <p:blipFill>
          <a:blip r:embed="rId4"/>
          <a:stretch>
            <a:fillRect/>
          </a:stretch>
        </p:blipFill>
        <p:spPr>
          <a:xfrm>
            <a:off x="9515686" y="1150776"/>
            <a:ext cx="2528105" cy="2552136"/>
          </a:xfrm>
          <a:prstGeom prst="rect">
            <a:avLst/>
          </a:prstGeom>
        </p:spPr>
      </p:pic>
    </p:spTree>
    <p:extLst>
      <p:ext uri="{BB962C8B-B14F-4D97-AF65-F5344CB8AC3E}">
        <p14:creationId xmlns:p14="http://schemas.microsoft.com/office/powerpoint/2010/main" val="1633140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1AC0508-84A9-422B-4710-5DF7D9BAEAF3}"/>
              </a:ext>
            </a:extLst>
          </p:cNvPr>
          <p:cNvPicPr>
            <a:picLocks noChangeAspect="1"/>
          </p:cNvPicPr>
          <p:nvPr/>
        </p:nvPicPr>
        <p:blipFill>
          <a:blip r:embed="rId2"/>
          <a:stretch>
            <a:fillRect/>
          </a:stretch>
        </p:blipFill>
        <p:spPr>
          <a:xfrm>
            <a:off x="0" y="2177366"/>
            <a:ext cx="12192000" cy="2602787"/>
          </a:xfrm>
          <a:prstGeom prst="rect">
            <a:avLst/>
          </a:prstGeom>
        </p:spPr>
      </p:pic>
      <p:sp>
        <p:nvSpPr>
          <p:cNvPr id="3" name="Title 2">
            <a:extLst>
              <a:ext uri="{FF2B5EF4-FFF2-40B4-BE49-F238E27FC236}">
                <a16:creationId xmlns:a16="http://schemas.microsoft.com/office/drawing/2014/main" id="{D3E02E15-75FD-95CE-B8CB-CC7839671D84}"/>
              </a:ext>
            </a:extLst>
          </p:cNvPr>
          <p:cNvSpPr>
            <a:spLocks noGrp="1"/>
          </p:cNvSpPr>
          <p:nvPr>
            <p:ph type="title"/>
          </p:nvPr>
        </p:nvSpPr>
        <p:spPr>
          <a:xfrm>
            <a:off x="609602" y="457200"/>
            <a:ext cx="11373524" cy="990600"/>
          </a:xfrm>
        </p:spPr>
        <p:txBody>
          <a:bodyPr/>
          <a:lstStyle/>
          <a:p>
            <a:r>
              <a:rPr lang="en-US"/>
              <a:t>Integrate Transmitter Antenna</a:t>
            </a:r>
          </a:p>
        </p:txBody>
      </p:sp>
      <p:sp>
        <p:nvSpPr>
          <p:cNvPr id="9" name="TextBox 8">
            <a:extLst>
              <a:ext uri="{FF2B5EF4-FFF2-40B4-BE49-F238E27FC236}">
                <a16:creationId xmlns:a16="http://schemas.microsoft.com/office/drawing/2014/main" id="{25E99405-7B0B-E4D4-DA68-7F1CE869C567}"/>
              </a:ext>
            </a:extLst>
          </p:cNvPr>
          <p:cNvSpPr txBox="1"/>
          <p:nvPr/>
        </p:nvSpPr>
        <p:spPr>
          <a:xfrm>
            <a:off x="152400" y="2819400"/>
            <a:ext cx="1516762" cy="400110"/>
          </a:xfrm>
          <a:prstGeom prst="rect">
            <a:avLst/>
          </a:prstGeom>
          <a:solidFill>
            <a:schemeClr val="bg1"/>
          </a:solidFill>
        </p:spPr>
        <p:txBody>
          <a:bodyPr wrap="none" rtlCol="0">
            <a:spAutoFit/>
          </a:bodyPr>
          <a:lstStyle/>
          <a:p>
            <a:r>
              <a:rPr lang="en-US" sz="2000">
                <a:latin typeface="Arial" pitchFamily="34" charset="0"/>
                <a:cs typeface="Arial" pitchFamily="34" charset="0"/>
              </a:rPr>
              <a:t>Pin = 3dBm</a:t>
            </a:r>
          </a:p>
        </p:txBody>
      </p:sp>
      <p:sp>
        <p:nvSpPr>
          <p:cNvPr id="10" name="TextBox 9">
            <a:extLst>
              <a:ext uri="{FF2B5EF4-FFF2-40B4-BE49-F238E27FC236}">
                <a16:creationId xmlns:a16="http://schemas.microsoft.com/office/drawing/2014/main" id="{34164D7C-A88F-CD1A-FB6C-EB8E4FA91804}"/>
              </a:ext>
            </a:extLst>
          </p:cNvPr>
          <p:cNvSpPr txBox="1"/>
          <p:nvPr/>
        </p:nvSpPr>
        <p:spPr>
          <a:xfrm>
            <a:off x="9918110" y="4267200"/>
            <a:ext cx="1882438" cy="400110"/>
          </a:xfrm>
          <a:prstGeom prst="rect">
            <a:avLst/>
          </a:prstGeom>
          <a:solidFill>
            <a:schemeClr val="bg1"/>
          </a:solidFill>
        </p:spPr>
        <p:txBody>
          <a:bodyPr wrap="none" rtlCol="0">
            <a:spAutoFit/>
          </a:bodyPr>
          <a:lstStyle/>
          <a:p>
            <a:r>
              <a:rPr lang="en-US" sz="2000">
                <a:latin typeface="Arial" pitchFamily="34" charset="0"/>
                <a:cs typeface="Arial" pitchFamily="34" charset="0"/>
              </a:rPr>
              <a:t>EIRP = 85dBm</a:t>
            </a:r>
          </a:p>
        </p:txBody>
      </p:sp>
      <p:sp>
        <p:nvSpPr>
          <p:cNvPr id="11" name="TextBox 10">
            <a:extLst>
              <a:ext uri="{FF2B5EF4-FFF2-40B4-BE49-F238E27FC236}">
                <a16:creationId xmlns:a16="http://schemas.microsoft.com/office/drawing/2014/main" id="{E3C734FA-8092-AA03-C792-759495F9F1DB}"/>
              </a:ext>
            </a:extLst>
          </p:cNvPr>
          <p:cNvSpPr txBox="1"/>
          <p:nvPr/>
        </p:nvSpPr>
        <p:spPr>
          <a:xfrm>
            <a:off x="6629400" y="2419290"/>
            <a:ext cx="2823209" cy="400110"/>
          </a:xfrm>
          <a:prstGeom prst="rect">
            <a:avLst/>
          </a:prstGeom>
          <a:solidFill>
            <a:schemeClr val="bg1"/>
          </a:solidFill>
        </p:spPr>
        <p:txBody>
          <a:bodyPr wrap="none" rtlCol="0">
            <a:spAutoFit/>
          </a:bodyPr>
          <a:lstStyle/>
          <a:p>
            <a:r>
              <a:rPr lang="en-US" sz="2000">
                <a:latin typeface="Arial" pitchFamily="34" charset="0"/>
                <a:cs typeface="Arial" pitchFamily="34" charset="0"/>
              </a:rPr>
              <a:t>Dual polarized antenna</a:t>
            </a:r>
          </a:p>
        </p:txBody>
      </p:sp>
      <p:sp>
        <p:nvSpPr>
          <p:cNvPr id="12" name="TextBox 11">
            <a:extLst>
              <a:ext uri="{FF2B5EF4-FFF2-40B4-BE49-F238E27FC236}">
                <a16:creationId xmlns:a16="http://schemas.microsoft.com/office/drawing/2014/main" id="{CC63ECC6-D063-4486-60D5-E9B59606B339}"/>
              </a:ext>
            </a:extLst>
          </p:cNvPr>
          <p:cNvSpPr txBox="1"/>
          <p:nvPr/>
        </p:nvSpPr>
        <p:spPr>
          <a:xfrm>
            <a:off x="9753600" y="1779597"/>
            <a:ext cx="1353256" cy="400110"/>
          </a:xfrm>
          <a:prstGeom prst="rect">
            <a:avLst/>
          </a:prstGeom>
          <a:solidFill>
            <a:schemeClr val="bg1"/>
          </a:solidFill>
        </p:spPr>
        <p:txBody>
          <a:bodyPr wrap="none" rtlCol="0">
            <a:spAutoFit/>
          </a:bodyPr>
          <a:lstStyle/>
          <a:p>
            <a:r>
              <a:rPr lang="en-US" sz="2000">
                <a:latin typeface="Arial" pitchFamily="34" charset="0"/>
                <a:cs typeface="Arial" pitchFamily="34" charset="0"/>
              </a:rPr>
              <a:t>Array gain</a:t>
            </a:r>
          </a:p>
        </p:txBody>
      </p:sp>
      <p:sp>
        <p:nvSpPr>
          <p:cNvPr id="14" name="TextBox 13">
            <a:extLst>
              <a:ext uri="{FF2B5EF4-FFF2-40B4-BE49-F238E27FC236}">
                <a16:creationId xmlns:a16="http://schemas.microsoft.com/office/drawing/2014/main" id="{4E234E5C-A970-C367-28C9-51F8A62242E7}"/>
              </a:ext>
            </a:extLst>
          </p:cNvPr>
          <p:cNvSpPr txBox="1"/>
          <p:nvPr/>
        </p:nvSpPr>
        <p:spPr>
          <a:xfrm>
            <a:off x="7259380" y="4706360"/>
            <a:ext cx="2193229" cy="400110"/>
          </a:xfrm>
          <a:prstGeom prst="rect">
            <a:avLst/>
          </a:prstGeom>
          <a:solidFill>
            <a:schemeClr val="bg1"/>
          </a:solidFill>
        </p:spPr>
        <p:txBody>
          <a:bodyPr wrap="none" rtlCol="0">
            <a:spAutoFit/>
          </a:bodyPr>
          <a:lstStyle/>
          <a:p>
            <a:r>
              <a:rPr lang="en-US" sz="2000">
                <a:latin typeface="Arial" pitchFamily="34" charset="0"/>
                <a:cs typeface="Arial" pitchFamily="34" charset="0"/>
              </a:rPr>
              <a:t>Matching network</a:t>
            </a:r>
          </a:p>
        </p:txBody>
      </p:sp>
      <p:cxnSp>
        <p:nvCxnSpPr>
          <p:cNvPr id="15" name="Straight Connector 14">
            <a:extLst>
              <a:ext uri="{FF2B5EF4-FFF2-40B4-BE49-F238E27FC236}">
                <a16:creationId xmlns:a16="http://schemas.microsoft.com/office/drawing/2014/main" id="{A800804C-368A-8664-F1AF-5D98242A9602}"/>
              </a:ext>
            </a:extLst>
          </p:cNvPr>
          <p:cNvCxnSpPr>
            <a:cxnSpLocks/>
          </p:cNvCxnSpPr>
          <p:nvPr/>
        </p:nvCxnSpPr>
        <p:spPr>
          <a:xfrm flipH="1" flipV="1">
            <a:off x="8041004" y="2819400"/>
            <a:ext cx="874396" cy="272976"/>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7" name="Straight Connector 16">
            <a:extLst>
              <a:ext uri="{FF2B5EF4-FFF2-40B4-BE49-F238E27FC236}">
                <a16:creationId xmlns:a16="http://schemas.microsoft.com/office/drawing/2014/main" id="{C33AA869-DF73-8D4E-F7AB-F4850FD857F8}"/>
              </a:ext>
            </a:extLst>
          </p:cNvPr>
          <p:cNvCxnSpPr>
            <a:cxnSpLocks/>
            <a:endCxn id="14" idx="0"/>
          </p:cNvCxnSpPr>
          <p:nvPr/>
        </p:nvCxnSpPr>
        <p:spPr>
          <a:xfrm flipH="1">
            <a:off x="8355995" y="4114800"/>
            <a:ext cx="254605" cy="591560"/>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9" name="Straight Connector 18">
            <a:extLst>
              <a:ext uri="{FF2B5EF4-FFF2-40B4-BE49-F238E27FC236}">
                <a16:creationId xmlns:a16="http://schemas.microsoft.com/office/drawing/2014/main" id="{137557CE-9651-B20C-A1C3-DA8BF3AEEDAA}"/>
              </a:ext>
            </a:extLst>
          </p:cNvPr>
          <p:cNvCxnSpPr>
            <a:cxnSpLocks/>
          </p:cNvCxnSpPr>
          <p:nvPr/>
        </p:nvCxnSpPr>
        <p:spPr>
          <a:xfrm flipH="1">
            <a:off x="10187903" y="2179707"/>
            <a:ext cx="242325" cy="897476"/>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C07A219F-9310-C4B0-7287-9A3230F31C38}"/>
              </a:ext>
            </a:extLst>
          </p:cNvPr>
          <p:cNvCxnSpPr>
            <a:cxnSpLocks/>
          </p:cNvCxnSpPr>
          <p:nvPr/>
        </p:nvCxnSpPr>
        <p:spPr>
          <a:xfrm flipV="1">
            <a:off x="457200" y="3170860"/>
            <a:ext cx="422525" cy="248705"/>
          </a:xfrm>
          <a:prstGeom prst="line">
            <a:avLst/>
          </a:prstGeom>
          <a:ln/>
        </p:spPr>
        <p:style>
          <a:lnRef idx="1">
            <a:schemeClr val="accent2"/>
          </a:lnRef>
          <a:fillRef idx="0">
            <a:schemeClr val="accent2"/>
          </a:fillRef>
          <a:effectRef idx="0">
            <a:schemeClr val="accent2"/>
          </a:effectRef>
          <a:fontRef idx="minor">
            <a:schemeClr val="tx1"/>
          </a:fontRef>
        </p:style>
      </p:cxnSp>
      <p:sp>
        <p:nvSpPr>
          <p:cNvPr id="25" name="TextBox 24">
            <a:extLst>
              <a:ext uri="{FF2B5EF4-FFF2-40B4-BE49-F238E27FC236}">
                <a16:creationId xmlns:a16="http://schemas.microsoft.com/office/drawing/2014/main" id="{80065BCE-BAC5-FBAF-C3FA-969050FE2D2C}"/>
              </a:ext>
            </a:extLst>
          </p:cNvPr>
          <p:cNvSpPr txBox="1"/>
          <p:nvPr/>
        </p:nvSpPr>
        <p:spPr>
          <a:xfrm>
            <a:off x="11079855" y="260059"/>
            <a:ext cx="1009223" cy="397195"/>
          </a:xfrm>
          <a:prstGeom prst="rect">
            <a:avLst/>
          </a:prstGeom>
          <a:noFill/>
        </p:spPr>
        <p:txBody>
          <a:bodyPr wrap="square" rtlCol="0">
            <a:spAutoFit/>
          </a:bodyPr>
          <a:lstStyle/>
          <a:p>
            <a:r>
              <a:rPr lang="en-US" sz="2000" b="1">
                <a:solidFill>
                  <a:schemeClr val="accent1"/>
                </a:solidFill>
                <a:latin typeface="Arial" pitchFamily="34" charset="0"/>
                <a:cs typeface="Arial" pitchFamily="34" charset="0"/>
              </a:rPr>
              <a:t>DEMO</a:t>
            </a:r>
            <a:endParaRPr lang="en-NL" sz="2000" b="1">
              <a:solidFill>
                <a:schemeClr val="accent1"/>
              </a:solidFill>
              <a:latin typeface="Arial" pitchFamily="34" charset="0"/>
              <a:cs typeface="Arial" pitchFamily="34" charset="0"/>
            </a:endParaRPr>
          </a:p>
        </p:txBody>
      </p:sp>
      <p:sp>
        <p:nvSpPr>
          <p:cNvPr id="26" name="TextBox 25">
            <a:extLst>
              <a:ext uri="{FF2B5EF4-FFF2-40B4-BE49-F238E27FC236}">
                <a16:creationId xmlns:a16="http://schemas.microsoft.com/office/drawing/2014/main" id="{B47BFF28-79F6-65BB-56FE-EE3B24BACC41}"/>
              </a:ext>
            </a:extLst>
          </p:cNvPr>
          <p:cNvSpPr txBox="1"/>
          <p:nvPr/>
        </p:nvSpPr>
        <p:spPr>
          <a:xfrm>
            <a:off x="125333" y="6400800"/>
            <a:ext cx="2339102" cy="400110"/>
          </a:xfrm>
          <a:prstGeom prst="rect">
            <a:avLst/>
          </a:prstGeom>
          <a:noFill/>
        </p:spPr>
        <p:txBody>
          <a:bodyPr wrap="none" rtlCol="0">
            <a:spAutoFit/>
          </a:bodyPr>
          <a:lstStyle/>
          <a:p>
            <a:r>
              <a:rPr lang="en-US" sz="2000" b="1" err="1">
                <a:latin typeface="Courier New" panose="02070309020205020404" pitchFamily="49" charset="0"/>
                <a:cs typeface="Courier New" panose="02070309020205020404" pitchFamily="49" charset="0"/>
              </a:rPr>
              <a:t>TX_Antenna.slx</a:t>
            </a:r>
            <a:endParaRPr lang="en-US" sz="2000" b="1">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7804310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25E137B-39F3-C793-4FD8-1F1EEBDA4889}"/>
              </a:ext>
            </a:extLst>
          </p:cNvPr>
          <p:cNvPicPr>
            <a:picLocks noChangeAspect="1"/>
          </p:cNvPicPr>
          <p:nvPr/>
        </p:nvPicPr>
        <p:blipFill>
          <a:blip r:embed="rId2"/>
          <a:stretch>
            <a:fillRect/>
          </a:stretch>
        </p:blipFill>
        <p:spPr>
          <a:xfrm>
            <a:off x="0" y="2167206"/>
            <a:ext cx="12192000" cy="3462938"/>
          </a:xfrm>
          <a:prstGeom prst="rect">
            <a:avLst/>
          </a:prstGeom>
        </p:spPr>
      </p:pic>
      <p:sp>
        <p:nvSpPr>
          <p:cNvPr id="3" name="Title 2">
            <a:extLst>
              <a:ext uri="{FF2B5EF4-FFF2-40B4-BE49-F238E27FC236}">
                <a16:creationId xmlns:a16="http://schemas.microsoft.com/office/drawing/2014/main" id="{D3E02E15-75FD-95CE-B8CB-CC7839671D84}"/>
              </a:ext>
            </a:extLst>
          </p:cNvPr>
          <p:cNvSpPr>
            <a:spLocks noGrp="1"/>
          </p:cNvSpPr>
          <p:nvPr>
            <p:ph type="title"/>
          </p:nvPr>
        </p:nvSpPr>
        <p:spPr/>
        <p:txBody>
          <a:bodyPr/>
          <a:lstStyle/>
          <a:p>
            <a:r>
              <a:rPr lang="en-US"/>
              <a:t>Integrate Receiver Antenna</a:t>
            </a:r>
          </a:p>
        </p:txBody>
      </p:sp>
      <p:sp>
        <p:nvSpPr>
          <p:cNvPr id="7" name="TextBox 6">
            <a:extLst>
              <a:ext uri="{FF2B5EF4-FFF2-40B4-BE49-F238E27FC236}">
                <a16:creationId xmlns:a16="http://schemas.microsoft.com/office/drawing/2014/main" id="{67B02D13-99B4-EE22-D040-DB021AC61732}"/>
              </a:ext>
            </a:extLst>
          </p:cNvPr>
          <p:cNvSpPr txBox="1"/>
          <p:nvPr/>
        </p:nvSpPr>
        <p:spPr>
          <a:xfrm>
            <a:off x="228600" y="2162142"/>
            <a:ext cx="4251485" cy="707886"/>
          </a:xfrm>
          <a:prstGeom prst="rect">
            <a:avLst/>
          </a:prstGeom>
          <a:solidFill>
            <a:schemeClr val="bg1"/>
          </a:solidFill>
        </p:spPr>
        <p:txBody>
          <a:bodyPr wrap="none" rtlCol="0">
            <a:spAutoFit/>
          </a:bodyPr>
          <a:lstStyle/>
          <a:p>
            <a:r>
              <a:rPr lang="en-US" sz="2000">
                <a:latin typeface="Arial" pitchFamily="34" charset="0"/>
                <a:cs typeface="Arial" pitchFamily="34" charset="0"/>
              </a:rPr>
              <a:t>Pin = </a:t>
            </a:r>
            <a:r>
              <a:rPr lang="en-US" sz="2000" err="1">
                <a:latin typeface="Arial" pitchFamily="34" charset="0"/>
                <a:cs typeface="Arial" pitchFamily="34" charset="0"/>
              </a:rPr>
              <a:t>EIRP-PathLoss+RCS</a:t>
            </a:r>
            <a:r>
              <a:rPr lang="en-US" sz="2000">
                <a:latin typeface="Arial" pitchFamily="34" charset="0"/>
                <a:cs typeface="Arial" pitchFamily="34" charset="0"/>
              </a:rPr>
              <a:t> return =</a:t>
            </a:r>
          </a:p>
          <a:p>
            <a:r>
              <a:rPr lang="en-US" sz="2000">
                <a:latin typeface="Arial" pitchFamily="34" charset="0"/>
                <a:cs typeface="Arial" pitchFamily="34" charset="0"/>
              </a:rPr>
              <a:t>  = 85-228+30 = -113dBm</a:t>
            </a:r>
          </a:p>
        </p:txBody>
      </p:sp>
      <p:cxnSp>
        <p:nvCxnSpPr>
          <p:cNvPr id="5" name="Straight Connector 4">
            <a:extLst>
              <a:ext uri="{FF2B5EF4-FFF2-40B4-BE49-F238E27FC236}">
                <a16:creationId xmlns:a16="http://schemas.microsoft.com/office/drawing/2014/main" id="{749DAD8E-32BD-FE7D-22D1-2D36E3116FD9}"/>
              </a:ext>
            </a:extLst>
          </p:cNvPr>
          <p:cNvCxnSpPr>
            <a:cxnSpLocks/>
          </p:cNvCxnSpPr>
          <p:nvPr/>
        </p:nvCxnSpPr>
        <p:spPr>
          <a:xfrm flipV="1">
            <a:off x="500743" y="2848135"/>
            <a:ext cx="533400" cy="429926"/>
          </a:xfrm>
          <a:prstGeom prst="line">
            <a:avLst/>
          </a:prstGeom>
          <a:ln/>
        </p:spPr>
        <p:style>
          <a:lnRef idx="1">
            <a:schemeClr val="accent2"/>
          </a:lnRef>
          <a:fillRef idx="0">
            <a:schemeClr val="accent2"/>
          </a:fillRef>
          <a:effectRef idx="0">
            <a:schemeClr val="accent2"/>
          </a:effectRef>
          <a:fontRef idx="minor">
            <a:schemeClr val="tx1"/>
          </a:fontRef>
        </p:style>
      </p:cxnSp>
      <p:sp>
        <p:nvSpPr>
          <p:cNvPr id="6" name="TextBox 5">
            <a:extLst>
              <a:ext uri="{FF2B5EF4-FFF2-40B4-BE49-F238E27FC236}">
                <a16:creationId xmlns:a16="http://schemas.microsoft.com/office/drawing/2014/main" id="{03DB2458-73C0-C72D-F5B1-7EBD47196629}"/>
              </a:ext>
            </a:extLst>
          </p:cNvPr>
          <p:cNvSpPr txBox="1"/>
          <p:nvPr/>
        </p:nvSpPr>
        <p:spPr>
          <a:xfrm>
            <a:off x="228600" y="4971455"/>
            <a:ext cx="2823209" cy="400110"/>
          </a:xfrm>
          <a:prstGeom prst="rect">
            <a:avLst/>
          </a:prstGeom>
          <a:solidFill>
            <a:schemeClr val="bg1"/>
          </a:solidFill>
        </p:spPr>
        <p:txBody>
          <a:bodyPr wrap="none" rtlCol="0">
            <a:spAutoFit/>
          </a:bodyPr>
          <a:lstStyle/>
          <a:p>
            <a:r>
              <a:rPr lang="en-US" sz="2000">
                <a:latin typeface="Arial" pitchFamily="34" charset="0"/>
                <a:cs typeface="Arial" pitchFamily="34" charset="0"/>
              </a:rPr>
              <a:t>Dual polarized antenna</a:t>
            </a:r>
          </a:p>
        </p:txBody>
      </p:sp>
      <p:sp>
        <p:nvSpPr>
          <p:cNvPr id="13" name="TextBox 12">
            <a:extLst>
              <a:ext uri="{FF2B5EF4-FFF2-40B4-BE49-F238E27FC236}">
                <a16:creationId xmlns:a16="http://schemas.microsoft.com/office/drawing/2014/main" id="{2AC48C87-0024-3EC1-6E0F-57B9262BCB2A}"/>
              </a:ext>
            </a:extLst>
          </p:cNvPr>
          <p:cNvSpPr txBox="1"/>
          <p:nvPr/>
        </p:nvSpPr>
        <p:spPr>
          <a:xfrm>
            <a:off x="2834588" y="5467290"/>
            <a:ext cx="2193229" cy="400110"/>
          </a:xfrm>
          <a:prstGeom prst="rect">
            <a:avLst/>
          </a:prstGeom>
          <a:solidFill>
            <a:schemeClr val="bg1"/>
          </a:solidFill>
        </p:spPr>
        <p:txBody>
          <a:bodyPr wrap="none" rtlCol="0">
            <a:spAutoFit/>
          </a:bodyPr>
          <a:lstStyle/>
          <a:p>
            <a:r>
              <a:rPr lang="en-US" sz="2000">
                <a:latin typeface="Arial" pitchFamily="34" charset="0"/>
                <a:cs typeface="Arial" pitchFamily="34" charset="0"/>
              </a:rPr>
              <a:t>Matching network</a:t>
            </a:r>
          </a:p>
        </p:txBody>
      </p:sp>
      <p:cxnSp>
        <p:nvCxnSpPr>
          <p:cNvPr id="15" name="Straight Connector 14">
            <a:extLst>
              <a:ext uri="{FF2B5EF4-FFF2-40B4-BE49-F238E27FC236}">
                <a16:creationId xmlns:a16="http://schemas.microsoft.com/office/drawing/2014/main" id="{421610E9-D34E-2767-9F4B-A2F8D8AD3268}"/>
              </a:ext>
            </a:extLst>
          </p:cNvPr>
          <p:cNvCxnSpPr>
            <a:cxnSpLocks/>
          </p:cNvCxnSpPr>
          <p:nvPr/>
        </p:nvCxnSpPr>
        <p:spPr>
          <a:xfrm flipH="1">
            <a:off x="665584" y="3676449"/>
            <a:ext cx="704613" cy="1295006"/>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16" name="Straight Connector 15">
            <a:extLst>
              <a:ext uri="{FF2B5EF4-FFF2-40B4-BE49-F238E27FC236}">
                <a16:creationId xmlns:a16="http://schemas.microsoft.com/office/drawing/2014/main" id="{F211F873-FA07-A8C8-30C1-94316CB55149}"/>
              </a:ext>
            </a:extLst>
          </p:cNvPr>
          <p:cNvCxnSpPr>
            <a:cxnSpLocks/>
          </p:cNvCxnSpPr>
          <p:nvPr/>
        </p:nvCxnSpPr>
        <p:spPr>
          <a:xfrm>
            <a:off x="2239347" y="4379980"/>
            <a:ext cx="1393798" cy="1087310"/>
          </a:xfrm>
          <a:prstGeom prst="line">
            <a:avLst/>
          </a:prstGeom>
          <a:ln/>
        </p:spPr>
        <p:style>
          <a:lnRef idx="1">
            <a:schemeClr val="accent2"/>
          </a:lnRef>
          <a:fillRef idx="0">
            <a:schemeClr val="accent2"/>
          </a:fillRef>
          <a:effectRef idx="0">
            <a:schemeClr val="accent2"/>
          </a:effectRef>
          <a:fontRef idx="minor">
            <a:schemeClr val="tx1"/>
          </a:fontRef>
        </p:style>
      </p:cxnSp>
      <p:sp>
        <p:nvSpPr>
          <p:cNvPr id="21" name="TextBox 20">
            <a:extLst>
              <a:ext uri="{FF2B5EF4-FFF2-40B4-BE49-F238E27FC236}">
                <a16:creationId xmlns:a16="http://schemas.microsoft.com/office/drawing/2014/main" id="{118762F4-A586-430D-D5D9-3E27EAA3993C}"/>
              </a:ext>
            </a:extLst>
          </p:cNvPr>
          <p:cNvSpPr txBox="1"/>
          <p:nvPr/>
        </p:nvSpPr>
        <p:spPr>
          <a:xfrm>
            <a:off x="11079855" y="260059"/>
            <a:ext cx="1009223" cy="397195"/>
          </a:xfrm>
          <a:prstGeom prst="rect">
            <a:avLst/>
          </a:prstGeom>
          <a:noFill/>
        </p:spPr>
        <p:txBody>
          <a:bodyPr wrap="square" rtlCol="0">
            <a:spAutoFit/>
          </a:bodyPr>
          <a:lstStyle/>
          <a:p>
            <a:r>
              <a:rPr lang="en-US" sz="2000" b="1">
                <a:solidFill>
                  <a:schemeClr val="accent1"/>
                </a:solidFill>
                <a:latin typeface="Arial" pitchFamily="34" charset="0"/>
                <a:cs typeface="Arial" pitchFamily="34" charset="0"/>
              </a:rPr>
              <a:t>DEMO</a:t>
            </a:r>
            <a:endParaRPr lang="en-NL" sz="2000" b="1">
              <a:solidFill>
                <a:schemeClr val="accent1"/>
              </a:solidFill>
              <a:latin typeface="Arial" pitchFamily="34" charset="0"/>
              <a:cs typeface="Arial" pitchFamily="34" charset="0"/>
            </a:endParaRPr>
          </a:p>
        </p:txBody>
      </p:sp>
      <p:sp>
        <p:nvSpPr>
          <p:cNvPr id="22" name="TextBox 21">
            <a:extLst>
              <a:ext uri="{FF2B5EF4-FFF2-40B4-BE49-F238E27FC236}">
                <a16:creationId xmlns:a16="http://schemas.microsoft.com/office/drawing/2014/main" id="{042D50DC-0EAA-1F94-484B-1C33216166C4}"/>
              </a:ext>
            </a:extLst>
          </p:cNvPr>
          <p:cNvSpPr txBox="1"/>
          <p:nvPr/>
        </p:nvSpPr>
        <p:spPr>
          <a:xfrm>
            <a:off x="125333" y="6400800"/>
            <a:ext cx="2339102" cy="400110"/>
          </a:xfrm>
          <a:prstGeom prst="rect">
            <a:avLst/>
          </a:prstGeom>
          <a:noFill/>
        </p:spPr>
        <p:txBody>
          <a:bodyPr wrap="none" rtlCol="0">
            <a:spAutoFit/>
          </a:bodyPr>
          <a:lstStyle/>
          <a:p>
            <a:r>
              <a:rPr lang="en-US" sz="2000" b="1" err="1">
                <a:latin typeface="Courier New" panose="02070309020205020404" pitchFamily="49" charset="0"/>
                <a:cs typeface="Courier New" panose="02070309020205020404" pitchFamily="49" charset="0"/>
              </a:rPr>
              <a:t>RX_Antenna.slx</a:t>
            </a:r>
            <a:endParaRPr lang="en-US" sz="2000" b="1">
              <a:latin typeface="Courier New" panose="02070309020205020404" pitchFamily="49" charset="0"/>
              <a:cs typeface="Courier New" panose="02070309020205020404" pitchFamily="49" charset="0"/>
            </a:endParaRPr>
          </a:p>
        </p:txBody>
      </p:sp>
      <p:sp>
        <p:nvSpPr>
          <p:cNvPr id="2" name="TextBox 1">
            <a:extLst>
              <a:ext uri="{FF2B5EF4-FFF2-40B4-BE49-F238E27FC236}">
                <a16:creationId xmlns:a16="http://schemas.microsoft.com/office/drawing/2014/main" id="{80FA7BA9-B6CA-FF28-79CF-A8BA8AD59D55}"/>
              </a:ext>
            </a:extLst>
          </p:cNvPr>
          <p:cNvSpPr txBox="1"/>
          <p:nvPr/>
        </p:nvSpPr>
        <p:spPr>
          <a:xfrm>
            <a:off x="7928332" y="5394829"/>
            <a:ext cx="1899879" cy="707886"/>
          </a:xfrm>
          <a:prstGeom prst="rect">
            <a:avLst/>
          </a:prstGeom>
          <a:solidFill>
            <a:schemeClr val="bg1"/>
          </a:solidFill>
        </p:spPr>
        <p:txBody>
          <a:bodyPr wrap="none" rtlCol="0">
            <a:spAutoFit/>
          </a:bodyPr>
          <a:lstStyle/>
          <a:p>
            <a:r>
              <a:rPr lang="en-US" sz="2000">
                <a:latin typeface="Arial" pitchFamily="34" charset="0"/>
                <a:cs typeface="Arial" pitchFamily="34" charset="0"/>
              </a:rPr>
              <a:t>Pout = -66dBm</a:t>
            </a:r>
          </a:p>
          <a:p>
            <a:r>
              <a:rPr lang="en-US" sz="2000">
                <a:latin typeface="Arial" pitchFamily="34" charset="0"/>
                <a:cs typeface="Arial" pitchFamily="34" charset="0"/>
              </a:rPr>
              <a:t>SNR ~ 5dB</a:t>
            </a:r>
          </a:p>
        </p:txBody>
      </p:sp>
      <p:pic>
        <p:nvPicPr>
          <p:cNvPr id="23" name="Picture 22">
            <a:extLst>
              <a:ext uri="{FF2B5EF4-FFF2-40B4-BE49-F238E27FC236}">
                <a16:creationId xmlns:a16="http://schemas.microsoft.com/office/drawing/2014/main" id="{7CD7E518-BC1F-0114-625B-5305F9F6C7DF}"/>
              </a:ext>
            </a:extLst>
          </p:cNvPr>
          <p:cNvPicPr>
            <a:picLocks noChangeAspect="1"/>
          </p:cNvPicPr>
          <p:nvPr/>
        </p:nvPicPr>
        <p:blipFill>
          <a:blip r:embed="rId3"/>
          <a:stretch>
            <a:fillRect/>
          </a:stretch>
        </p:blipFill>
        <p:spPr>
          <a:xfrm>
            <a:off x="9941525" y="4215190"/>
            <a:ext cx="2227363" cy="2006153"/>
          </a:xfrm>
          <a:prstGeom prst="rect">
            <a:avLst/>
          </a:prstGeom>
        </p:spPr>
      </p:pic>
    </p:spTree>
    <p:extLst>
      <p:ext uri="{BB962C8B-B14F-4D97-AF65-F5344CB8AC3E}">
        <p14:creationId xmlns:p14="http://schemas.microsoft.com/office/powerpoint/2010/main" val="37013622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C364CAA4-9A4A-7CF5-A72B-8EBD6D638071}"/>
              </a:ext>
            </a:extLst>
          </p:cNvPr>
          <p:cNvPicPr>
            <a:picLocks noChangeAspect="1"/>
          </p:cNvPicPr>
          <p:nvPr/>
        </p:nvPicPr>
        <p:blipFill rotWithShape="1">
          <a:blip r:embed="rId2"/>
          <a:srcRect t="833"/>
          <a:stretch/>
        </p:blipFill>
        <p:spPr>
          <a:xfrm>
            <a:off x="1645920" y="1005840"/>
            <a:ext cx="8686800" cy="5421611"/>
          </a:xfrm>
          <a:prstGeom prst="rect">
            <a:avLst/>
          </a:prstGeom>
        </p:spPr>
      </p:pic>
      <p:sp>
        <p:nvSpPr>
          <p:cNvPr id="3" name="Title 2">
            <a:extLst>
              <a:ext uri="{FF2B5EF4-FFF2-40B4-BE49-F238E27FC236}">
                <a16:creationId xmlns:a16="http://schemas.microsoft.com/office/drawing/2014/main" id="{B5636E78-AA43-ABEE-9AED-C43A1880F0C2}"/>
              </a:ext>
            </a:extLst>
          </p:cNvPr>
          <p:cNvSpPr>
            <a:spLocks noGrp="1"/>
          </p:cNvSpPr>
          <p:nvPr>
            <p:ph type="title"/>
          </p:nvPr>
        </p:nvSpPr>
        <p:spPr/>
        <p:txBody>
          <a:bodyPr/>
          <a:lstStyle/>
          <a:p>
            <a:r>
              <a:rPr lang="en-US"/>
              <a:t>TR Module: TX Mode Power Budget</a:t>
            </a:r>
          </a:p>
        </p:txBody>
      </p:sp>
      <p:sp>
        <p:nvSpPr>
          <p:cNvPr id="10" name="Oval 9">
            <a:extLst>
              <a:ext uri="{FF2B5EF4-FFF2-40B4-BE49-F238E27FC236}">
                <a16:creationId xmlns:a16="http://schemas.microsoft.com/office/drawing/2014/main" id="{C45935A0-A6B0-15F1-A8F4-21846F6F938F}"/>
              </a:ext>
            </a:extLst>
          </p:cNvPr>
          <p:cNvSpPr/>
          <p:nvPr/>
        </p:nvSpPr>
        <p:spPr>
          <a:xfrm>
            <a:off x="1948940" y="4292842"/>
            <a:ext cx="762000" cy="6096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1" name="TextBox 10">
            <a:extLst>
              <a:ext uri="{FF2B5EF4-FFF2-40B4-BE49-F238E27FC236}">
                <a16:creationId xmlns:a16="http://schemas.microsoft.com/office/drawing/2014/main" id="{7B13FB7A-826B-D4A3-AAEE-2C376F644F9A}"/>
              </a:ext>
            </a:extLst>
          </p:cNvPr>
          <p:cNvSpPr txBox="1"/>
          <p:nvPr/>
        </p:nvSpPr>
        <p:spPr>
          <a:xfrm>
            <a:off x="515695" y="5161105"/>
            <a:ext cx="2866490" cy="400110"/>
          </a:xfrm>
          <a:prstGeom prst="rect">
            <a:avLst/>
          </a:prstGeom>
          <a:solidFill>
            <a:schemeClr val="bg1"/>
          </a:solidFill>
        </p:spPr>
        <p:txBody>
          <a:bodyPr wrap="none" rtlCol="0">
            <a:spAutoFit/>
          </a:bodyPr>
          <a:lstStyle/>
          <a:p>
            <a:r>
              <a:rPr lang="en-US" sz="2000">
                <a:latin typeface="Arial" pitchFamily="34" charset="0"/>
                <a:cs typeface="Arial" pitchFamily="34" charset="0"/>
              </a:rPr>
              <a:t>TX power leaking in RX</a:t>
            </a:r>
          </a:p>
        </p:txBody>
      </p:sp>
      <p:sp>
        <p:nvSpPr>
          <p:cNvPr id="12" name="Arrow: Right 11">
            <a:extLst>
              <a:ext uri="{FF2B5EF4-FFF2-40B4-BE49-F238E27FC236}">
                <a16:creationId xmlns:a16="http://schemas.microsoft.com/office/drawing/2014/main" id="{F72F9866-09A5-274C-5F51-9C7B07359809}"/>
              </a:ext>
            </a:extLst>
          </p:cNvPr>
          <p:cNvSpPr/>
          <p:nvPr/>
        </p:nvSpPr>
        <p:spPr>
          <a:xfrm>
            <a:off x="609602" y="3673503"/>
            <a:ext cx="1388503" cy="48463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Arial" pitchFamily="34" charset="0"/>
                <a:cs typeface="Arial" pitchFamily="34" charset="0"/>
              </a:rPr>
              <a:t>TX in</a:t>
            </a:r>
          </a:p>
        </p:txBody>
      </p:sp>
      <p:sp>
        <p:nvSpPr>
          <p:cNvPr id="13" name="Oval 12">
            <a:extLst>
              <a:ext uri="{FF2B5EF4-FFF2-40B4-BE49-F238E27FC236}">
                <a16:creationId xmlns:a16="http://schemas.microsoft.com/office/drawing/2014/main" id="{22B8F9BC-E641-BDF4-1F3C-B2FEEAC8E50E}"/>
              </a:ext>
            </a:extLst>
          </p:cNvPr>
          <p:cNvSpPr/>
          <p:nvPr/>
        </p:nvSpPr>
        <p:spPr>
          <a:xfrm>
            <a:off x="9384487" y="3630911"/>
            <a:ext cx="762000" cy="83922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4" name="Arrow: Right 13">
            <a:extLst>
              <a:ext uri="{FF2B5EF4-FFF2-40B4-BE49-F238E27FC236}">
                <a16:creationId xmlns:a16="http://schemas.microsoft.com/office/drawing/2014/main" id="{EDC77F6A-9429-57D4-EBDD-871AA4A5B4E4}"/>
              </a:ext>
            </a:extLst>
          </p:cNvPr>
          <p:cNvSpPr/>
          <p:nvPr/>
        </p:nvSpPr>
        <p:spPr>
          <a:xfrm>
            <a:off x="609602" y="4429496"/>
            <a:ext cx="1130808" cy="484632"/>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Arial" pitchFamily="34" charset="0"/>
                <a:cs typeface="Arial" pitchFamily="34" charset="0"/>
              </a:rPr>
              <a:t>RX out</a:t>
            </a:r>
          </a:p>
        </p:txBody>
      </p:sp>
      <p:sp>
        <p:nvSpPr>
          <p:cNvPr id="15" name="Arrow: Left 14">
            <a:extLst>
              <a:ext uri="{FF2B5EF4-FFF2-40B4-BE49-F238E27FC236}">
                <a16:creationId xmlns:a16="http://schemas.microsoft.com/office/drawing/2014/main" id="{15568193-5842-9435-8FBD-15A8A66DF763}"/>
              </a:ext>
            </a:extLst>
          </p:cNvPr>
          <p:cNvSpPr/>
          <p:nvPr/>
        </p:nvSpPr>
        <p:spPr>
          <a:xfrm>
            <a:off x="10486489" y="3808210"/>
            <a:ext cx="1219200" cy="484632"/>
          </a:xfrm>
          <a:prstGeom prst="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Arial" pitchFamily="34" charset="0"/>
                <a:cs typeface="Arial" pitchFamily="34" charset="0"/>
              </a:rPr>
              <a:t>TX out</a:t>
            </a:r>
          </a:p>
        </p:txBody>
      </p:sp>
      <p:sp>
        <p:nvSpPr>
          <p:cNvPr id="16" name="Arrow: Left 15">
            <a:extLst>
              <a:ext uri="{FF2B5EF4-FFF2-40B4-BE49-F238E27FC236}">
                <a16:creationId xmlns:a16="http://schemas.microsoft.com/office/drawing/2014/main" id="{1BDDC9F6-F027-A610-4AAA-2978369C719A}"/>
              </a:ext>
            </a:extLst>
          </p:cNvPr>
          <p:cNvSpPr/>
          <p:nvPr/>
        </p:nvSpPr>
        <p:spPr>
          <a:xfrm>
            <a:off x="9691224" y="5260284"/>
            <a:ext cx="1143000" cy="484632"/>
          </a:xfrm>
          <a:prstGeom prst="lef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Arial" pitchFamily="34" charset="0"/>
                <a:cs typeface="Arial" pitchFamily="34" charset="0"/>
              </a:rPr>
              <a:t>RX in</a:t>
            </a:r>
          </a:p>
        </p:txBody>
      </p:sp>
      <p:sp>
        <p:nvSpPr>
          <p:cNvPr id="2" name="Oval 1">
            <a:extLst>
              <a:ext uri="{FF2B5EF4-FFF2-40B4-BE49-F238E27FC236}">
                <a16:creationId xmlns:a16="http://schemas.microsoft.com/office/drawing/2014/main" id="{CEB148BE-59F2-E5FD-B4BF-DB7B9EFB9ACF}"/>
              </a:ext>
            </a:extLst>
          </p:cNvPr>
          <p:cNvSpPr/>
          <p:nvPr/>
        </p:nvSpPr>
        <p:spPr>
          <a:xfrm rot="5400000">
            <a:off x="3799786" y="3918573"/>
            <a:ext cx="2694619" cy="10372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 name="TextBox 3">
            <a:extLst>
              <a:ext uri="{FF2B5EF4-FFF2-40B4-BE49-F238E27FC236}">
                <a16:creationId xmlns:a16="http://schemas.microsoft.com/office/drawing/2014/main" id="{DD368918-B89C-A9D1-7F5D-F5D1C43566A7}"/>
              </a:ext>
            </a:extLst>
          </p:cNvPr>
          <p:cNvSpPr txBox="1"/>
          <p:nvPr/>
        </p:nvSpPr>
        <p:spPr>
          <a:xfrm>
            <a:off x="3902368" y="5852160"/>
            <a:ext cx="2086952" cy="400110"/>
          </a:xfrm>
          <a:prstGeom prst="rect">
            <a:avLst/>
          </a:prstGeom>
          <a:solidFill>
            <a:schemeClr val="bg1"/>
          </a:solidFill>
        </p:spPr>
        <p:txBody>
          <a:bodyPr wrap="square" rtlCol="0">
            <a:spAutoFit/>
          </a:bodyPr>
          <a:lstStyle/>
          <a:p>
            <a:r>
              <a:rPr lang="en-US" sz="2000">
                <a:solidFill>
                  <a:schemeClr val="accent1"/>
                </a:solidFill>
                <a:latin typeface="Arial" pitchFamily="34" charset="0"/>
                <a:cs typeface="Arial" pitchFamily="34" charset="0"/>
              </a:rPr>
              <a:t>Common path</a:t>
            </a:r>
          </a:p>
        </p:txBody>
      </p:sp>
      <p:sp>
        <p:nvSpPr>
          <p:cNvPr id="5" name="TextBox 4">
            <a:extLst>
              <a:ext uri="{FF2B5EF4-FFF2-40B4-BE49-F238E27FC236}">
                <a16:creationId xmlns:a16="http://schemas.microsoft.com/office/drawing/2014/main" id="{FAAD7244-8FB6-6ED8-CE7B-B41CBED7BA8D}"/>
              </a:ext>
            </a:extLst>
          </p:cNvPr>
          <p:cNvSpPr txBox="1"/>
          <p:nvPr/>
        </p:nvSpPr>
        <p:spPr>
          <a:xfrm>
            <a:off x="11079855" y="260059"/>
            <a:ext cx="1009223" cy="397195"/>
          </a:xfrm>
          <a:prstGeom prst="rect">
            <a:avLst/>
          </a:prstGeom>
          <a:noFill/>
        </p:spPr>
        <p:txBody>
          <a:bodyPr wrap="square" rtlCol="0">
            <a:spAutoFit/>
          </a:bodyPr>
          <a:lstStyle/>
          <a:p>
            <a:r>
              <a:rPr lang="en-US" sz="2000" b="1">
                <a:solidFill>
                  <a:schemeClr val="accent1"/>
                </a:solidFill>
                <a:latin typeface="Arial" pitchFamily="34" charset="0"/>
                <a:cs typeface="Arial" pitchFamily="34" charset="0"/>
              </a:rPr>
              <a:t>DEMO</a:t>
            </a:r>
            <a:endParaRPr lang="en-NL" sz="2000" b="1">
              <a:solidFill>
                <a:schemeClr val="accent1"/>
              </a:solidFill>
              <a:latin typeface="Arial" pitchFamily="34" charset="0"/>
              <a:cs typeface="Arial" pitchFamily="34" charset="0"/>
            </a:endParaRPr>
          </a:p>
        </p:txBody>
      </p:sp>
      <p:sp>
        <p:nvSpPr>
          <p:cNvPr id="6" name="TextBox 5">
            <a:extLst>
              <a:ext uri="{FF2B5EF4-FFF2-40B4-BE49-F238E27FC236}">
                <a16:creationId xmlns:a16="http://schemas.microsoft.com/office/drawing/2014/main" id="{F7255FCD-7E7F-F46A-BF46-3EA436C7BA7B}"/>
              </a:ext>
            </a:extLst>
          </p:cNvPr>
          <p:cNvSpPr txBox="1"/>
          <p:nvPr/>
        </p:nvSpPr>
        <p:spPr>
          <a:xfrm>
            <a:off x="125333" y="6400800"/>
            <a:ext cx="2031325" cy="400110"/>
          </a:xfrm>
          <a:prstGeom prst="rect">
            <a:avLst/>
          </a:prstGeom>
          <a:noFill/>
        </p:spPr>
        <p:txBody>
          <a:bodyPr wrap="none" rtlCol="0">
            <a:spAutoFit/>
          </a:bodyPr>
          <a:lstStyle/>
          <a:p>
            <a:r>
              <a:rPr lang="en-US" sz="2000" b="1" err="1">
                <a:latin typeface="Courier New" panose="02070309020205020404" pitchFamily="49" charset="0"/>
                <a:cs typeface="Courier New" panose="02070309020205020404" pitchFamily="49" charset="0"/>
              </a:rPr>
              <a:t>TRModule.slx</a:t>
            </a:r>
            <a:endParaRPr lang="en-US" sz="2000" b="1">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9192210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F8D6A5-0C54-1182-21E9-FBFD7A9613C8}"/>
              </a:ext>
            </a:extLst>
          </p:cNvPr>
          <p:cNvPicPr>
            <a:picLocks noChangeAspect="1"/>
          </p:cNvPicPr>
          <p:nvPr/>
        </p:nvPicPr>
        <p:blipFill rotWithShape="1">
          <a:blip r:embed="rId2"/>
          <a:srcRect t="833"/>
          <a:stretch/>
        </p:blipFill>
        <p:spPr>
          <a:xfrm>
            <a:off x="1645920" y="1004437"/>
            <a:ext cx="8686800" cy="5421610"/>
          </a:xfrm>
          <a:prstGeom prst="rect">
            <a:avLst/>
          </a:prstGeom>
        </p:spPr>
      </p:pic>
      <p:sp>
        <p:nvSpPr>
          <p:cNvPr id="3" name="Title 2">
            <a:extLst>
              <a:ext uri="{FF2B5EF4-FFF2-40B4-BE49-F238E27FC236}">
                <a16:creationId xmlns:a16="http://schemas.microsoft.com/office/drawing/2014/main" id="{B5636E78-AA43-ABEE-9AED-C43A1880F0C2}"/>
              </a:ext>
            </a:extLst>
          </p:cNvPr>
          <p:cNvSpPr>
            <a:spLocks noGrp="1"/>
          </p:cNvSpPr>
          <p:nvPr>
            <p:ph type="title"/>
          </p:nvPr>
        </p:nvSpPr>
        <p:spPr/>
        <p:txBody>
          <a:bodyPr/>
          <a:lstStyle/>
          <a:p>
            <a:r>
              <a:rPr lang="en-US"/>
              <a:t>TR Module: RX Mode Power Budget</a:t>
            </a:r>
          </a:p>
        </p:txBody>
      </p:sp>
      <p:sp>
        <p:nvSpPr>
          <p:cNvPr id="10" name="Oval 9">
            <a:extLst>
              <a:ext uri="{FF2B5EF4-FFF2-40B4-BE49-F238E27FC236}">
                <a16:creationId xmlns:a16="http://schemas.microsoft.com/office/drawing/2014/main" id="{D8AE77AF-3B7E-03F3-C4B8-AC64250A9D31}"/>
              </a:ext>
            </a:extLst>
          </p:cNvPr>
          <p:cNvSpPr/>
          <p:nvPr/>
        </p:nvSpPr>
        <p:spPr>
          <a:xfrm>
            <a:off x="9498736" y="3752734"/>
            <a:ext cx="762000" cy="6096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1" name="TextBox 10">
            <a:extLst>
              <a:ext uri="{FF2B5EF4-FFF2-40B4-BE49-F238E27FC236}">
                <a16:creationId xmlns:a16="http://schemas.microsoft.com/office/drawing/2014/main" id="{35ED1515-3935-DC98-65BF-FB8749C24CB6}"/>
              </a:ext>
            </a:extLst>
          </p:cNvPr>
          <p:cNvSpPr txBox="1"/>
          <p:nvPr/>
        </p:nvSpPr>
        <p:spPr>
          <a:xfrm>
            <a:off x="8475063" y="2743200"/>
            <a:ext cx="2861874" cy="400110"/>
          </a:xfrm>
          <a:prstGeom prst="rect">
            <a:avLst/>
          </a:prstGeom>
          <a:solidFill>
            <a:schemeClr val="bg1"/>
          </a:solidFill>
        </p:spPr>
        <p:txBody>
          <a:bodyPr wrap="none" rtlCol="0">
            <a:spAutoFit/>
          </a:bodyPr>
          <a:lstStyle/>
          <a:p>
            <a:r>
              <a:rPr lang="en-US" sz="2000">
                <a:latin typeface="Arial" pitchFamily="34" charset="0"/>
                <a:cs typeface="Arial" pitchFamily="34" charset="0"/>
              </a:rPr>
              <a:t>RX power leaking in TX</a:t>
            </a:r>
          </a:p>
        </p:txBody>
      </p:sp>
      <p:sp>
        <p:nvSpPr>
          <p:cNvPr id="17" name="Arrow: Right 16">
            <a:extLst>
              <a:ext uri="{FF2B5EF4-FFF2-40B4-BE49-F238E27FC236}">
                <a16:creationId xmlns:a16="http://schemas.microsoft.com/office/drawing/2014/main" id="{09E52BF4-D60F-83CD-4083-DA80AE9D866E}"/>
              </a:ext>
            </a:extLst>
          </p:cNvPr>
          <p:cNvSpPr/>
          <p:nvPr/>
        </p:nvSpPr>
        <p:spPr>
          <a:xfrm>
            <a:off x="998208" y="3815218"/>
            <a:ext cx="1024407" cy="484632"/>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Arial" pitchFamily="34" charset="0"/>
                <a:cs typeface="Arial" pitchFamily="34" charset="0"/>
              </a:rPr>
              <a:t>TX in</a:t>
            </a:r>
          </a:p>
        </p:txBody>
      </p:sp>
      <p:sp>
        <p:nvSpPr>
          <p:cNvPr id="18" name="Arrow: Right 17">
            <a:extLst>
              <a:ext uri="{FF2B5EF4-FFF2-40B4-BE49-F238E27FC236}">
                <a16:creationId xmlns:a16="http://schemas.microsoft.com/office/drawing/2014/main" id="{CF93366A-37F9-E8F0-AB9C-ED96A8FDDEE0}"/>
              </a:ext>
            </a:extLst>
          </p:cNvPr>
          <p:cNvSpPr/>
          <p:nvPr/>
        </p:nvSpPr>
        <p:spPr>
          <a:xfrm>
            <a:off x="892298" y="4297840"/>
            <a:ext cx="1130808" cy="484632"/>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Arial" pitchFamily="34" charset="0"/>
                <a:cs typeface="Arial" pitchFamily="34" charset="0"/>
              </a:rPr>
              <a:t>RX out</a:t>
            </a:r>
          </a:p>
        </p:txBody>
      </p:sp>
      <p:sp>
        <p:nvSpPr>
          <p:cNvPr id="19" name="Arrow: Left 18">
            <a:extLst>
              <a:ext uri="{FF2B5EF4-FFF2-40B4-BE49-F238E27FC236}">
                <a16:creationId xmlns:a16="http://schemas.microsoft.com/office/drawing/2014/main" id="{42958CC6-56C1-8D91-D839-2DA3170D4538}"/>
              </a:ext>
            </a:extLst>
          </p:cNvPr>
          <p:cNvSpPr/>
          <p:nvPr/>
        </p:nvSpPr>
        <p:spPr>
          <a:xfrm>
            <a:off x="10355778" y="3815218"/>
            <a:ext cx="1219200" cy="484632"/>
          </a:xfrm>
          <a:prstGeom prst="lef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Arial" pitchFamily="34" charset="0"/>
                <a:cs typeface="Arial" pitchFamily="34" charset="0"/>
              </a:rPr>
              <a:t>TX out</a:t>
            </a:r>
          </a:p>
        </p:txBody>
      </p:sp>
      <p:sp>
        <p:nvSpPr>
          <p:cNvPr id="20" name="Arrow: Left 19">
            <a:extLst>
              <a:ext uri="{FF2B5EF4-FFF2-40B4-BE49-F238E27FC236}">
                <a16:creationId xmlns:a16="http://schemas.microsoft.com/office/drawing/2014/main" id="{505B0372-5506-52D4-016E-CC59CD44F7DC}"/>
              </a:ext>
            </a:extLst>
          </p:cNvPr>
          <p:cNvSpPr/>
          <p:nvPr/>
        </p:nvSpPr>
        <p:spPr>
          <a:xfrm>
            <a:off x="9498736" y="4867488"/>
            <a:ext cx="1143000" cy="484632"/>
          </a:xfrm>
          <a:prstGeom prst="lef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Arial" pitchFamily="34" charset="0"/>
                <a:cs typeface="Arial" pitchFamily="34" charset="0"/>
              </a:rPr>
              <a:t>RX in</a:t>
            </a:r>
          </a:p>
        </p:txBody>
      </p:sp>
      <p:sp>
        <p:nvSpPr>
          <p:cNvPr id="5" name="TextBox 4">
            <a:extLst>
              <a:ext uri="{FF2B5EF4-FFF2-40B4-BE49-F238E27FC236}">
                <a16:creationId xmlns:a16="http://schemas.microsoft.com/office/drawing/2014/main" id="{1E2460E7-95E5-E836-5E91-9B814D26080A}"/>
              </a:ext>
            </a:extLst>
          </p:cNvPr>
          <p:cNvSpPr txBox="1"/>
          <p:nvPr/>
        </p:nvSpPr>
        <p:spPr>
          <a:xfrm>
            <a:off x="11079855" y="260059"/>
            <a:ext cx="1009223" cy="397195"/>
          </a:xfrm>
          <a:prstGeom prst="rect">
            <a:avLst/>
          </a:prstGeom>
          <a:noFill/>
        </p:spPr>
        <p:txBody>
          <a:bodyPr wrap="square" rtlCol="0">
            <a:spAutoFit/>
          </a:bodyPr>
          <a:lstStyle/>
          <a:p>
            <a:r>
              <a:rPr lang="en-US" sz="2000" b="1">
                <a:solidFill>
                  <a:schemeClr val="accent1"/>
                </a:solidFill>
                <a:latin typeface="Arial" pitchFamily="34" charset="0"/>
                <a:cs typeface="Arial" pitchFamily="34" charset="0"/>
              </a:rPr>
              <a:t>DEMO</a:t>
            </a:r>
            <a:endParaRPr lang="en-NL" sz="2000" b="1">
              <a:solidFill>
                <a:schemeClr val="accent1"/>
              </a:solidFill>
              <a:latin typeface="Arial" pitchFamily="34" charset="0"/>
              <a:cs typeface="Arial" pitchFamily="34" charset="0"/>
            </a:endParaRPr>
          </a:p>
        </p:txBody>
      </p:sp>
      <p:sp>
        <p:nvSpPr>
          <p:cNvPr id="14" name="Oval 13">
            <a:extLst>
              <a:ext uri="{FF2B5EF4-FFF2-40B4-BE49-F238E27FC236}">
                <a16:creationId xmlns:a16="http://schemas.microsoft.com/office/drawing/2014/main" id="{41EB9E11-FEE0-2C64-A080-6460611E1DCB}"/>
              </a:ext>
            </a:extLst>
          </p:cNvPr>
          <p:cNvSpPr/>
          <p:nvPr/>
        </p:nvSpPr>
        <p:spPr>
          <a:xfrm rot="5400000">
            <a:off x="3799786" y="3918573"/>
            <a:ext cx="2694619" cy="10372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6" name="TextBox 15">
            <a:extLst>
              <a:ext uri="{FF2B5EF4-FFF2-40B4-BE49-F238E27FC236}">
                <a16:creationId xmlns:a16="http://schemas.microsoft.com/office/drawing/2014/main" id="{DBEF3191-1E13-38CC-9BBD-8A9D2411D502}"/>
              </a:ext>
            </a:extLst>
          </p:cNvPr>
          <p:cNvSpPr txBox="1"/>
          <p:nvPr/>
        </p:nvSpPr>
        <p:spPr>
          <a:xfrm>
            <a:off x="125333" y="6400800"/>
            <a:ext cx="2031325" cy="400110"/>
          </a:xfrm>
          <a:prstGeom prst="rect">
            <a:avLst/>
          </a:prstGeom>
          <a:noFill/>
        </p:spPr>
        <p:txBody>
          <a:bodyPr wrap="none" rtlCol="0">
            <a:spAutoFit/>
          </a:bodyPr>
          <a:lstStyle/>
          <a:p>
            <a:r>
              <a:rPr lang="en-US" sz="2000" b="1" err="1">
                <a:latin typeface="Courier New" panose="02070309020205020404" pitchFamily="49" charset="0"/>
                <a:cs typeface="Courier New" panose="02070309020205020404" pitchFamily="49" charset="0"/>
              </a:rPr>
              <a:t>TRModule.slx</a:t>
            </a:r>
            <a:endParaRPr lang="en-US" sz="2000" b="1">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823689B8-329F-3C46-1E25-6885CDF5CB88}"/>
              </a:ext>
            </a:extLst>
          </p:cNvPr>
          <p:cNvSpPr txBox="1"/>
          <p:nvPr/>
        </p:nvSpPr>
        <p:spPr>
          <a:xfrm>
            <a:off x="3902368" y="5852160"/>
            <a:ext cx="2086952" cy="400110"/>
          </a:xfrm>
          <a:prstGeom prst="rect">
            <a:avLst/>
          </a:prstGeom>
          <a:solidFill>
            <a:schemeClr val="bg1"/>
          </a:solidFill>
        </p:spPr>
        <p:txBody>
          <a:bodyPr wrap="square" rtlCol="0">
            <a:spAutoFit/>
          </a:bodyPr>
          <a:lstStyle/>
          <a:p>
            <a:r>
              <a:rPr lang="en-US" sz="2000">
                <a:solidFill>
                  <a:schemeClr val="accent1"/>
                </a:solidFill>
                <a:latin typeface="Arial" pitchFamily="34" charset="0"/>
                <a:cs typeface="Arial" pitchFamily="34" charset="0"/>
              </a:rPr>
              <a:t>Common path</a:t>
            </a:r>
          </a:p>
        </p:txBody>
      </p:sp>
    </p:spTree>
    <p:extLst>
      <p:ext uri="{BB962C8B-B14F-4D97-AF65-F5344CB8AC3E}">
        <p14:creationId xmlns:p14="http://schemas.microsoft.com/office/powerpoint/2010/main" val="13517613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DDAAA-305B-1CEC-E561-16C6A0BE8D9B}"/>
              </a:ext>
            </a:extLst>
          </p:cNvPr>
          <p:cNvSpPr>
            <a:spLocks noGrp="1"/>
          </p:cNvSpPr>
          <p:nvPr>
            <p:ph type="title"/>
          </p:nvPr>
        </p:nvSpPr>
        <p:spPr/>
        <p:txBody>
          <a:bodyPr/>
          <a:lstStyle/>
          <a:p>
            <a:r>
              <a:rPr lang="en-US"/>
              <a:t>RF Component Modeling Using Measurements and Datasheets</a:t>
            </a:r>
          </a:p>
        </p:txBody>
      </p:sp>
      <p:sp>
        <p:nvSpPr>
          <p:cNvPr id="3" name="Content Placeholder 2">
            <a:extLst>
              <a:ext uri="{FF2B5EF4-FFF2-40B4-BE49-F238E27FC236}">
                <a16:creationId xmlns:a16="http://schemas.microsoft.com/office/drawing/2014/main" id="{EFB0126E-4F9B-BA9E-1500-571E8A3E53D9}"/>
              </a:ext>
            </a:extLst>
          </p:cNvPr>
          <p:cNvSpPr>
            <a:spLocks noGrp="1"/>
          </p:cNvSpPr>
          <p:nvPr>
            <p:ph idx="1"/>
          </p:nvPr>
        </p:nvSpPr>
        <p:spPr/>
        <p:txBody>
          <a:bodyPr/>
          <a:lstStyle/>
          <a:p>
            <a:r>
              <a:rPr lang="en-US" sz="2000"/>
              <a:t>Circulators: S-parameters</a:t>
            </a:r>
          </a:p>
          <a:p>
            <a:r>
              <a:rPr lang="en-US" sz="2000"/>
              <a:t>Amplifier: S-parameters, IP3, </a:t>
            </a:r>
            <a:r>
              <a:rPr lang="en-US" sz="2000" err="1"/>
              <a:t>Psat</a:t>
            </a:r>
            <a:r>
              <a:rPr lang="en-US" sz="2000"/>
              <a:t>, noise</a:t>
            </a:r>
          </a:p>
          <a:p>
            <a:r>
              <a:rPr lang="en-US" sz="2000"/>
              <a:t>Power amplifier: AM-AM/AM-PM (</a:t>
            </a:r>
            <a:r>
              <a:rPr lang="en-US" sz="2000" err="1"/>
              <a:t>Psat</a:t>
            </a:r>
            <a:r>
              <a:rPr lang="en-US" sz="2000"/>
              <a:t> ~ 51dBm)</a:t>
            </a:r>
          </a:p>
          <a:p>
            <a:endParaRPr lang="en-US"/>
          </a:p>
        </p:txBody>
      </p:sp>
      <p:pic>
        <p:nvPicPr>
          <p:cNvPr id="5" name="Picture 4">
            <a:extLst>
              <a:ext uri="{FF2B5EF4-FFF2-40B4-BE49-F238E27FC236}">
                <a16:creationId xmlns:a16="http://schemas.microsoft.com/office/drawing/2014/main" id="{B6598ECB-6209-7070-3C44-F3A98FBCF473}"/>
              </a:ext>
            </a:extLst>
          </p:cNvPr>
          <p:cNvPicPr>
            <a:picLocks noChangeAspect="1"/>
          </p:cNvPicPr>
          <p:nvPr/>
        </p:nvPicPr>
        <p:blipFill>
          <a:blip r:embed="rId2"/>
          <a:stretch>
            <a:fillRect/>
          </a:stretch>
        </p:blipFill>
        <p:spPr>
          <a:xfrm>
            <a:off x="526209" y="3590223"/>
            <a:ext cx="3264753" cy="2925180"/>
          </a:xfrm>
          <a:prstGeom prst="rect">
            <a:avLst/>
          </a:prstGeom>
        </p:spPr>
      </p:pic>
      <p:pic>
        <p:nvPicPr>
          <p:cNvPr id="7" name="Picture 6">
            <a:extLst>
              <a:ext uri="{FF2B5EF4-FFF2-40B4-BE49-F238E27FC236}">
                <a16:creationId xmlns:a16="http://schemas.microsoft.com/office/drawing/2014/main" id="{6EF8FAE1-A38C-D42F-ED7C-524A67D26E0B}"/>
              </a:ext>
            </a:extLst>
          </p:cNvPr>
          <p:cNvPicPr>
            <a:picLocks noChangeAspect="1"/>
          </p:cNvPicPr>
          <p:nvPr/>
        </p:nvPicPr>
        <p:blipFill>
          <a:blip r:embed="rId3"/>
          <a:stretch>
            <a:fillRect/>
          </a:stretch>
        </p:blipFill>
        <p:spPr>
          <a:xfrm>
            <a:off x="3874356" y="3590223"/>
            <a:ext cx="3870692" cy="2925180"/>
          </a:xfrm>
          <a:prstGeom prst="rect">
            <a:avLst/>
          </a:prstGeom>
        </p:spPr>
      </p:pic>
      <p:pic>
        <p:nvPicPr>
          <p:cNvPr id="9" name="Picture 8">
            <a:extLst>
              <a:ext uri="{FF2B5EF4-FFF2-40B4-BE49-F238E27FC236}">
                <a16:creationId xmlns:a16="http://schemas.microsoft.com/office/drawing/2014/main" id="{6124E39C-EC78-9141-6F8D-4249819647F6}"/>
              </a:ext>
            </a:extLst>
          </p:cNvPr>
          <p:cNvPicPr>
            <a:picLocks noChangeAspect="1"/>
          </p:cNvPicPr>
          <p:nvPr/>
        </p:nvPicPr>
        <p:blipFill>
          <a:blip r:embed="rId4"/>
          <a:stretch>
            <a:fillRect/>
          </a:stretch>
        </p:blipFill>
        <p:spPr>
          <a:xfrm>
            <a:off x="7898683" y="3590223"/>
            <a:ext cx="3264753" cy="2925180"/>
          </a:xfrm>
          <a:prstGeom prst="rect">
            <a:avLst/>
          </a:prstGeom>
        </p:spPr>
      </p:pic>
    </p:spTree>
    <p:extLst>
      <p:ext uri="{BB962C8B-B14F-4D97-AF65-F5344CB8AC3E}">
        <p14:creationId xmlns:p14="http://schemas.microsoft.com/office/powerpoint/2010/main" val="36318182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09A4BBC2-749F-8160-EC7E-8BC975F35AD2}"/>
              </a:ext>
            </a:extLst>
          </p:cNvPr>
          <p:cNvPicPr>
            <a:picLocks noChangeAspect="1"/>
          </p:cNvPicPr>
          <p:nvPr/>
        </p:nvPicPr>
        <p:blipFill>
          <a:blip r:embed="rId2"/>
          <a:stretch>
            <a:fillRect/>
          </a:stretch>
        </p:blipFill>
        <p:spPr>
          <a:xfrm>
            <a:off x="1866942" y="884728"/>
            <a:ext cx="8660086" cy="3428543"/>
          </a:xfrm>
          <a:prstGeom prst="rect">
            <a:avLst/>
          </a:prstGeom>
        </p:spPr>
      </p:pic>
      <p:pic>
        <p:nvPicPr>
          <p:cNvPr id="33" name="Picture 32">
            <a:extLst>
              <a:ext uri="{FF2B5EF4-FFF2-40B4-BE49-F238E27FC236}">
                <a16:creationId xmlns:a16="http://schemas.microsoft.com/office/drawing/2014/main" id="{343A1417-B1F8-3DA0-33A9-4F3879F6F76F}"/>
              </a:ext>
            </a:extLst>
          </p:cNvPr>
          <p:cNvPicPr>
            <a:picLocks noChangeAspect="1"/>
          </p:cNvPicPr>
          <p:nvPr/>
        </p:nvPicPr>
        <p:blipFill>
          <a:blip r:embed="rId3"/>
          <a:stretch>
            <a:fillRect/>
          </a:stretch>
        </p:blipFill>
        <p:spPr>
          <a:xfrm>
            <a:off x="8978223" y="3780785"/>
            <a:ext cx="3105359" cy="2467614"/>
          </a:xfrm>
          <a:prstGeom prst="rect">
            <a:avLst/>
          </a:prstGeom>
        </p:spPr>
      </p:pic>
      <p:sp>
        <p:nvSpPr>
          <p:cNvPr id="2" name="Title 1">
            <a:extLst>
              <a:ext uri="{FF2B5EF4-FFF2-40B4-BE49-F238E27FC236}">
                <a16:creationId xmlns:a16="http://schemas.microsoft.com/office/drawing/2014/main" id="{CD1641D0-5612-EC6F-DD10-37D1337B3050}"/>
              </a:ext>
            </a:extLst>
          </p:cNvPr>
          <p:cNvSpPr>
            <a:spLocks noGrp="1"/>
          </p:cNvSpPr>
          <p:nvPr>
            <p:ph type="title"/>
          </p:nvPr>
        </p:nvSpPr>
        <p:spPr/>
        <p:txBody>
          <a:bodyPr/>
          <a:lstStyle/>
          <a:p>
            <a:r>
              <a:rPr lang="en-US"/>
              <a:t>Radar System with TR Module </a:t>
            </a:r>
          </a:p>
        </p:txBody>
      </p:sp>
      <p:cxnSp>
        <p:nvCxnSpPr>
          <p:cNvPr id="18" name="Straight Connector 17">
            <a:extLst>
              <a:ext uri="{FF2B5EF4-FFF2-40B4-BE49-F238E27FC236}">
                <a16:creationId xmlns:a16="http://schemas.microsoft.com/office/drawing/2014/main" id="{7AA681BA-FB21-5A47-70D9-9A0972076611}"/>
              </a:ext>
            </a:extLst>
          </p:cNvPr>
          <p:cNvCxnSpPr>
            <a:cxnSpLocks/>
          </p:cNvCxnSpPr>
          <p:nvPr/>
        </p:nvCxnSpPr>
        <p:spPr>
          <a:xfrm flipH="1">
            <a:off x="4721664" y="3429000"/>
            <a:ext cx="443478" cy="937315"/>
          </a:xfrm>
          <a:prstGeom prst="line">
            <a:avLst/>
          </a:prstGeom>
          <a:ln/>
        </p:spPr>
        <p:style>
          <a:lnRef idx="1">
            <a:schemeClr val="accent2"/>
          </a:lnRef>
          <a:fillRef idx="0">
            <a:schemeClr val="accent2"/>
          </a:fillRef>
          <a:effectRef idx="0">
            <a:schemeClr val="accent2"/>
          </a:effectRef>
          <a:fontRef idx="minor">
            <a:schemeClr val="tx1"/>
          </a:fontRef>
        </p:style>
      </p:cxnSp>
      <p:pic>
        <p:nvPicPr>
          <p:cNvPr id="8" name="Picture 7">
            <a:extLst>
              <a:ext uri="{FF2B5EF4-FFF2-40B4-BE49-F238E27FC236}">
                <a16:creationId xmlns:a16="http://schemas.microsoft.com/office/drawing/2014/main" id="{B95E47D1-54A1-B06A-ECDE-330E625AC8AB}"/>
              </a:ext>
            </a:extLst>
          </p:cNvPr>
          <p:cNvPicPr>
            <a:picLocks noChangeAspect="1"/>
          </p:cNvPicPr>
          <p:nvPr/>
        </p:nvPicPr>
        <p:blipFill>
          <a:blip r:embed="rId4"/>
          <a:stretch>
            <a:fillRect/>
          </a:stretch>
        </p:blipFill>
        <p:spPr>
          <a:xfrm>
            <a:off x="3305789" y="4366315"/>
            <a:ext cx="5100514" cy="2325675"/>
          </a:xfrm>
          <a:prstGeom prst="rect">
            <a:avLst/>
          </a:prstGeom>
          <a:ln>
            <a:solidFill>
              <a:schemeClr val="accent2">
                <a:shade val="95000"/>
                <a:satMod val="105000"/>
              </a:schemeClr>
            </a:solidFill>
          </a:ln>
        </p:spPr>
      </p:pic>
      <p:sp>
        <p:nvSpPr>
          <p:cNvPr id="12" name="TextBox 11">
            <a:extLst>
              <a:ext uri="{FF2B5EF4-FFF2-40B4-BE49-F238E27FC236}">
                <a16:creationId xmlns:a16="http://schemas.microsoft.com/office/drawing/2014/main" id="{CB6AF214-6DFC-0663-654D-FF9D651901FF}"/>
              </a:ext>
            </a:extLst>
          </p:cNvPr>
          <p:cNvSpPr txBox="1"/>
          <p:nvPr/>
        </p:nvSpPr>
        <p:spPr>
          <a:xfrm>
            <a:off x="8886212" y="6380903"/>
            <a:ext cx="3108543" cy="400110"/>
          </a:xfrm>
          <a:prstGeom prst="rect">
            <a:avLst/>
          </a:prstGeom>
          <a:noFill/>
        </p:spPr>
        <p:txBody>
          <a:bodyPr wrap="none" rtlCol="0">
            <a:spAutoFit/>
          </a:bodyPr>
          <a:lstStyle/>
          <a:p>
            <a:r>
              <a:rPr lang="en-US" sz="2000" b="1" err="1">
                <a:latin typeface="Courier New" panose="02070309020205020404" pitchFamily="49" charset="0"/>
                <a:cs typeface="Courier New" panose="02070309020205020404" pitchFamily="49" charset="0"/>
              </a:rPr>
              <a:t>RadarSystem_TRM.slx</a:t>
            </a:r>
            <a:endParaRPr lang="en-US" sz="2000" b="1">
              <a:latin typeface="Courier New" panose="02070309020205020404" pitchFamily="49" charset="0"/>
              <a:cs typeface="Courier New" panose="02070309020205020404" pitchFamily="49" charset="0"/>
            </a:endParaRPr>
          </a:p>
        </p:txBody>
      </p:sp>
      <p:sp>
        <p:nvSpPr>
          <p:cNvPr id="3" name="TextBox 2">
            <a:extLst>
              <a:ext uri="{FF2B5EF4-FFF2-40B4-BE49-F238E27FC236}">
                <a16:creationId xmlns:a16="http://schemas.microsoft.com/office/drawing/2014/main" id="{86964E34-61B0-87CE-6E24-CCB89B0FADE2}"/>
              </a:ext>
            </a:extLst>
          </p:cNvPr>
          <p:cNvSpPr txBox="1"/>
          <p:nvPr/>
        </p:nvSpPr>
        <p:spPr>
          <a:xfrm>
            <a:off x="11079855" y="260059"/>
            <a:ext cx="1009223" cy="397195"/>
          </a:xfrm>
          <a:prstGeom prst="rect">
            <a:avLst/>
          </a:prstGeom>
          <a:noFill/>
        </p:spPr>
        <p:txBody>
          <a:bodyPr wrap="square" rtlCol="0">
            <a:spAutoFit/>
          </a:bodyPr>
          <a:lstStyle/>
          <a:p>
            <a:r>
              <a:rPr lang="en-US" sz="2000" b="1">
                <a:solidFill>
                  <a:schemeClr val="accent1"/>
                </a:solidFill>
                <a:latin typeface="Arial" pitchFamily="34" charset="0"/>
                <a:cs typeface="Arial" pitchFamily="34" charset="0"/>
              </a:rPr>
              <a:t>DEMO</a:t>
            </a:r>
            <a:endParaRPr lang="en-NL" sz="2000" b="1">
              <a:solidFill>
                <a:schemeClr val="accent1"/>
              </a:solidFill>
              <a:latin typeface="Arial" pitchFamily="34" charset="0"/>
              <a:cs typeface="Arial" pitchFamily="34" charset="0"/>
            </a:endParaRPr>
          </a:p>
        </p:txBody>
      </p:sp>
      <p:sp>
        <p:nvSpPr>
          <p:cNvPr id="16" name="TextBox 15">
            <a:extLst>
              <a:ext uri="{FF2B5EF4-FFF2-40B4-BE49-F238E27FC236}">
                <a16:creationId xmlns:a16="http://schemas.microsoft.com/office/drawing/2014/main" id="{CBDE29AD-37D1-F946-F90F-1D0CC3C3FC5C}"/>
              </a:ext>
            </a:extLst>
          </p:cNvPr>
          <p:cNvSpPr txBox="1"/>
          <p:nvPr/>
        </p:nvSpPr>
        <p:spPr>
          <a:xfrm>
            <a:off x="1006799" y="4366857"/>
            <a:ext cx="2140330" cy="1631216"/>
          </a:xfrm>
          <a:prstGeom prst="rect">
            <a:avLst/>
          </a:prstGeom>
          <a:solidFill>
            <a:schemeClr val="bg1"/>
          </a:solidFill>
        </p:spPr>
        <p:txBody>
          <a:bodyPr wrap="none" rtlCol="0">
            <a:spAutoFit/>
          </a:bodyPr>
          <a:lstStyle/>
          <a:p>
            <a:r>
              <a:rPr lang="en-US" sz="2000" i="1">
                <a:solidFill>
                  <a:schemeClr val="accent2"/>
                </a:solidFill>
                <a:latin typeface="Arial" pitchFamily="34" charset="0"/>
                <a:cs typeface="Arial" pitchFamily="34" charset="0"/>
              </a:rPr>
              <a:t>TR module:</a:t>
            </a:r>
          </a:p>
          <a:p>
            <a:pPr marL="342900" indent="-342900">
              <a:buFontTx/>
              <a:buChar char="-"/>
            </a:pPr>
            <a:r>
              <a:rPr lang="en-US" sz="2000">
                <a:latin typeface="Arial" pitchFamily="34" charset="0"/>
                <a:cs typeface="Arial" pitchFamily="34" charset="0"/>
              </a:rPr>
              <a:t>Common path</a:t>
            </a:r>
          </a:p>
          <a:p>
            <a:pPr marL="342900" indent="-342900">
              <a:buFontTx/>
              <a:buChar char="-"/>
            </a:pPr>
            <a:r>
              <a:rPr lang="en-US" sz="2000">
                <a:latin typeface="Arial" pitchFamily="34" charset="0"/>
                <a:cs typeface="Arial" pitchFamily="34" charset="0"/>
              </a:rPr>
              <a:t>Gain</a:t>
            </a:r>
          </a:p>
          <a:p>
            <a:pPr marL="342900" indent="-342900">
              <a:buFontTx/>
              <a:buChar char="-"/>
            </a:pPr>
            <a:r>
              <a:rPr lang="en-US" sz="2000">
                <a:latin typeface="Arial" pitchFamily="34" charset="0"/>
                <a:cs typeface="Arial" pitchFamily="34" charset="0"/>
              </a:rPr>
              <a:t>Noise</a:t>
            </a:r>
          </a:p>
          <a:p>
            <a:pPr marL="342900" indent="-342900">
              <a:buFontTx/>
              <a:buChar char="-"/>
            </a:pPr>
            <a:r>
              <a:rPr lang="en-US" sz="2000">
                <a:latin typeface="Arial" pitchFamily="34" charset="0"/>
                <a:cs typeface="Arial" pitchFamily="34" charset="0"/>
              </a:rPr>
              <a:t>Antenna</a:t>
            </a:r>
          </a:p>
        </p:txBody>
      </p:sp>
      <p:sp>
        <p:nvSpPr>
          <p:cNvPr id="4" name="TextBox 3">
            <a:extLst>
              <a:ext uri="{FF2B5EF4-FFF2-40B4-BE49-F238E27FC236}">
                <a16:creationId xmlns:a16="http://schemas.microsoft.com/office/drawing/2014/main" id="{FB8BA951-FF1D-5D50-BA39-3F1DAFB136D1}"/>
              </a:ext>
            </a:extLst>
          </p:cNvPr>
          <p:cNvSpPr txBox="1"/>
          <p:nvPr/>
        </p:nvSpPr>
        <p:spPr>
          <a:xfrm>
            <a:off x="837583" y="1366735"/>
            <a:ext cx="3204827" cy="400110"/>
          </a:xfrm>
          <a:prstGeom prst="rect">
            <a:avLst/>
          </a:prstGeom>
          <a:solidFill>
            <a:schemeClr val="bg1"/>
          </a:solidFill>
        </p:spPr>
        <p:txBody>
          <a:bodyPr wrap="square" rtlCol="0">
            <a:spAutoFit/>
          </a:bodyPr>
          <a:lstStyle/>
          <a:p>
            <a:r>
              <a:rPr lang="en-US" sz="2000" i="1">
                <a:solidFill>
                  <a:schemeClr val="accent2"/>
                </a:solidFill>
                <a:latin typeface="Arial" pitchFamily="34" charset="0"/>
                <a:cs typeface="Arial" pitchFamily="34" charset="0"/>
              </a:rPr>
              <a:t>Placeholder antenna array </a:t>
            </a:r>
          </a:p>
        </p:txBody>
      </p:sp>
      <p:cxnSp>
        <p:nvCxnSpPr>
          <p:cNvPr id="5" name="Straight Connector 4">
            <a:extLst>
              <a:ext uri="{FF2B5EF4-FFF2-40B4-BE49-F238E27FC236}">
                <a16:creationId xmlns:a16="http://schemas.microsoft.com/office/drawing/2014/main" id="{8281B76F-A5A1-4C73-5023-5D1B54409596}"/>
              </a:ext>
            </a:extLst>
          </p:cNvPr>
          <p:cNvCxnSpPr>
            <a:cxnSpLocks/>
          </p:cNvCxnSpPr>
          <p:nvPr/>
        </p:nvCxnSpPr>
        <p:spPr>
          <a:xfrm>
            <a:off x="4042410" y="1566790"/>
            <a:ext cx="617041" cy="1510767"/>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9" name="Straight Connector 8">
            <a:extLst>
              <a:ext uri="{FF2B5EF4-FFF2-40B4-BE49-F238E27FC236}">
                <a16:creationId xmlns:a16="http://schemas.microsoft.com/office/drawing/2014/main" id="{D2AC1E39-1329-20C6-B871-31F1DE32E6F8}"/>
              </a:ext>
            </a:extLst>
          </p:cNvPr>
          <p:cNvCxnSpPr>
            <a:cxnSpLocks/>
            <a:endCxn id="4" idx="3"/>
          </p:cNvCxnSpPr>
          <p:nvPr/>
        </p:nvCxnSpPr>
        <p:spPr>
          <a:xfrm flipH="1" flipV="1">
            <a:off x="4042410" y="1566790"/>
            <a:ext cx="3427773" cy="363017"/>
          </a:xfrm>
          <a:prstGeom prst="line">
            <a:avLst/>
          </a:prstGeom>
          <a:ln/>
        </p:spPr>
        <p:style>
          <a:lnRef idx="1">
            <a:schemeClr val="accent2"/>
          </a:lnRef>
          <a:fillRef idx="0">
            <a:schemeClr val="accent2"/>
          </a:fillRef>
          <a:effectRef idx="0">
            <a:schemeClr val="accent2"/>
          </a:effectRef>
          <a:fontRef idx="minor">
            <a:schemeClr val="tx1"/>
          </a:fontRef>
        </p:style>
      </p:cxnSp>
      <p:pic>
        <p:nvPicPr>
          <p:cNvPr id="29" name="Picture 28">
            <a:extLst>
              <a:ext uri="{FF2B5EF4-FFF2-40B4-BE49-F238E27FC236}">
                <a16:creationId xmlns:a16="http://schemas.microsoft.com/office/drawing/2014/main" id="{592B2E13-B97F-5B1F-3B57-EEF3416B9224}"/>
              </a:ext>
            </a:extLst>
          </p:cNvPr>
          <p:cNvPicPr>
            <a:picLocks noChangeAspect="1"/>
          </p:cNvPicPr>
          <p:nvPr/>
        </p:nvPicPr>
        <p:blipFill>
          <a:blip r:embed="rId5"/>
          <a:stretch>
            <a:fillRect/>
          </a:stretch>
        </p:blipFill>
        <p:spPr>
          <a:xfrm>
            <a:off x="8774572" y="2930891"/>
            <a:ext cx="3365036" cy="771525"/>
          </a:xfrm>
          <a:prstGeom prst="rect">
            <a:avLst/>
          </a:prstGeom>
        </p:spPr>
      </p:pic>
      <p:pic>
        <p:nvPicPr>
          <p:cNvPr id="37" name="Picture 36">
            <a:extLst>
              <a:ext uri="{FF2B5EF4-FFF2-40B4-BE49-F238E27FC236}">
                <a16:creationId xmlns:a16="http://schemas.microsoft.com/office/drawing/2014/main" id="{7036F0C9-88BF-8B9D-EF63-CF8E82A794F5}"/>
              </a:ext>
            </a:extLst>
          </p:cNvPr>
          <p:cNvPicPr>
            <a:picLocks noChangeAspect="1"/>
          </p:cNvPicPr>
          <p:nvPr/>
        </p:nvPicPr>
        <p:blipFill>
          <a:blip r:embed="rId6"/>
          <a:stretch>
            <a:fillRect/>
          </a:stretch>
        </p:blipFill>
        <p:spPr>
          <a:xfrm>
            <a:off x="8975038" y="5687878"/>
            <a:ext cx="3108543" cy="560521"/>
          </a:xfrm>
          <a:prstGeom prst="rect">
            <a:avLst/>
          </a:prstGeom>
        </p:spPr>
      </p:pic>
    </p:spTree>
    <p:extLst>
      <p:ext uri="{BB962C8B-B14F-4D97-AF65-F5344CB8AC3E}">
        <p14:creationId xmlns:p14="http://schemas.microsoft.com/office/powerpoint/2010/main" val="25087030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989DB25-36AD-B057-0AE7-370AFB24358E}"/>
              </a:ext>
            </a:extLst>
          </p:cNvPr>
          <p:cNvPicPr>
            <a:picLocks noChangeAspect="1"/>
          </p:cNvPicPr>
          <p:nvPr/>
        </p:nvPicPr>
        <p:blipFill>
          <a:blip r:embed="rId2"/>
          <a:stretch>
            <a:fillRect/>
          </a:stretch>
        </p:blipFill>
        <p:spPr>
          <a:xfrm>
            <a:off x="2677332" y="893822"/>
            <a:ext cx="7489127" cy="3104789"/>
          </a:xfrm>
          <a:prstGeom prst="rect">
            <a:avLst/>
          </a:prstGeom>
        </p:spPr>
      </p:pic>
      <p:pic>
        <p:nvPicPr>
          <p:cNvPr id="29" name="Picture 28">
            <a:extLst>
              <a:ext uri="{FF2B5EF4-FFF2-40B4-BE49-F238E27FC236}">
                <a16:creationId xmlns:a16="http://schemas.microsoft.com/office/drawing/2014/main" id="{C69C2B5D-4A5A-3591-8234-988742429F68}"/>
              </a:ext>
            </a:extLst>
          </p:cNvPr>
          <p:cNvPicPr>
            <a:picLocks noChangeAspect="1"/>
          </p:cNvPicPr>
          <p:nvPr/>
        </p:nvPicPr>
        <p:blipFill>
          <a:blip r:embed="rId3"/>
          <a:stretch>
            <a:fillRect/>
          </a:stretch>
        </p:blipFill>
        <p:spPr>
          <a:xfrm>
            <a:off x="8978223" y="3773035"/>
            <a:ext cx="3105359" cy="2467615"/>
          </a:xfrm>
          <a:prstGeom prst="rect">
            <a:avLst/>
          </a:prstGeom>
        </p:spPr>
      </p:pic>
      <p:sp>
        <p:nvSpPr>
          <p:cNvPr id="2" name="Title 1">
            <a:extLst>
              <a:ext uri="{FF2B5EF4-FFF2-40B4-BE49-F238E27FC236}">
                <a16:creationId xmlns:a16="http://schemas.microsoft.com/office/drawing/2014/main" id="{CD1641D0-5612-EC6F-DD10-37D1337B3050}"/>
              </a:ext>
            </a:extLst>
          </p:cNvPr>
          <p:cNvSpPr>
            <a:spLocks noGrp="1"/>
          </p:cNvSpPr>
          <p:nvPr>
            <p:ph type="title"/>
          </p:nvPr>
        </p:nvSpPr>
        <p:spPr/>
        <p:txBody>
          <a:bodyPr/>
          <a:lstStyle/>
          <a:p>
            <a:r>
              <a:rPr lang="en-US"/>
              <a:t>Radar System with TR Module Datasheet Model </a:t>
            </a:r>
          </a:p>
        </p:txBody>
      </p:sp>
      <p:cxnSp>
        <p:nvCxnSpPr>
          <p:cNvPr id="18" name="Straight Connector 17">
            <a:extLst>
              <a:ext uri="{FF2B5EF4-FFF2-40B4-BE49-F238E27FC236}">
                <a16:creationId xmlns:a16="http://schemas.microsoft.com/office/drawing/2014/main" id="{7AA681BA-FB21-5A47-70D9-9A0972076611}"/>
              </a:ext>
            </a:extLst>
          </p:cNvPr>
          <p:cNvCxnSpPr>
            <a:cxnSpLocks/>
          </p:cNvCxnSpPr>
          <p:nvPr/>
        </p:nvCxnSpPr>
        <p:spPr>
          <a:xfrm flipH="1">
            <a:off x="4671698" y="3429000"/>
            <a:ext cx="973560" cy="884469"/>
          </a:xfrm>
          <a:prstGeom prst="line">
            <a:avLst/>
          </a:prstGeom>
          <a:ln/>
        </p:spPr>
        <p:style>
          <a:lnRef idx="1">
            <a:schemeClr val="accent2"/>
          </a:lnRef>
          <a:fillRef idx="0">
            <a:schemeClr val="accent2"/>
          </a:fillRef>
          <a:effectRef idx="0">
            <a:schemeClr val="accent2"/>
          </a:effectRef>
          <a:fontRef idx="minor">
            <a:schemeClr val="tx1"/>
          </a:fontRef>
        </p:style>
      </p:cxnSp>
      <p:pic>
        <p:nvPicPr>
          <p:cNvPr id="10" name="Picture 9">
            <a:extLst>
              <a:ext uri="{FF2B5EF4-FFF2-40B4-BE49-F238E27FC236}">
                <a16:creationId xmlns:a16="http://schemas.microsoft.com/office/drawing/2014/main" id="{40482383-7386-4CD3-D9D8-CD2DBD3891B2}"/>
              </a:ext>
            </a:extLst>
          </p:cNvPr>
          <p:cNvPicPr>
            <a:picLocks noChangeAspect="1"/>
          </p:cNvPicPr>
          <p:nvPr/>
        </p:nvPicPr>
        <p:blipFill>
          <a:blip r:embed="rId4"/>
          <a:stretch>
            <a:fillRect/>
          </a:stretch>
        </p:blipFill>
        <p:spPr>
          <a:xfrm>
            <a:off x="2863267" y="4113414"/>
            <a:ext cx="5293100" cy="2468331"/>
          </a:xfrm>
          <a:prstGeom prst="rect">
            <a:avLst/>
          </a:prstGeom>
          <a:ln>
            <a:solidFill>
              <a:schemeClr val="accent2"/>
            </a:solidFill>
          </a:ln>
        </p:spPr>
      </p:pic>
      <p:sp>
        <p:nvSpPr>
          <p:cNvPr id="3" name="TextBox 2">
            <a:extLst>
              <a:ext uri="{FF2B5EF4-FFF2-40B4-BE49-F238E27FC236}">
                <a16:creationId xmlns:a16="http://schemas.microsoft.com/office/drawing/2014/main" id="{C8C2F0A5-C682-CEB4-DA89-B59A1D04488E}"/>
              </a:ext>
            </a:extLst>
          </p:cNvPr>
          <p:cNvSpPr txBox="1"/>
          <p:nvPr/>
        </p:nvSpPr>
        <p:spPr>
          <a:xfrm>
            <a:off x="11079855" y="260059"/>
            <a:ext cx="1009223" cy="397195"/>
          </a:xfrm>
          <a:prstGeom prst="rect">
            <a:avLst/>
          </a:prstGeom>
          <a:noFill/>
        </p:spPr>
        <p:txBody>
          <a:bodyPr wrap="square" rtlCol="0">
            <a:spAutoFit/>
          </a:bodyPr>
          <a:lstStyle/>
          <a:p>
            <a:r>
              <a:rPr lang="en-US" sz="2000" b="1">
                <a:solidFill>
                  <a:schemeClr val="accent1"/>
                </a:solidFill>
                <a:latin typeface="Arial" pitchFamily="34" charset="0"/>
                <a:cs typeface="Arial" pitchFamily="34" charset="0"/>
              </a:rPr>
              <a:t>DEMO</a:t>
            </a:r>
            <a:endParaRPr lang="en-NL" sz="2000" b="1">
              <a:solidFill>
                <a:schemeClr val="accent1"/>
              </a:solidFill>
              <a:latin typeface="Arial" pitchFamily="34" charset="0"/>
              <a:cs typeface="Arial" pitchFamily="34" charset="0"/>
            </a:endParaRPr>
          </a:p>
        </p:txBody>
      </p:sp>
      <p:sp>
        <p:nvSpPr>
          <p:cNvPr id="9" name="TextBox 8">
            <a:extLst>
              <a:ext uri="{FF2B5EF4-FFF2-40B4-BE49-F238E27FC236}">
                <a16:creationId xmlns:a16="http://schemas.microsoft.com/office/drawing/2014/main" id="{4A2EBB77-93CF-4CC9-DCB8-35764F9766EC}"/>
              </a:ext>
            </a:extLst>
          </p:cNvPr>
          <p:cNvSpPr txBox="1"/>
          <p:nvPr/>
        </p:nvSpPr>
        <p:spPr>
          <a:xfrm>
            <a:off x="7086600" y="6501959"/>
            <a:ext cx="4801314" cy="400110"/>
          </a:xfrm>
          <a:prstGeom prst="rect">
            <a:avLst/>
          </a:prstGeom>
          <a:noFill/>
        </p:spPr>
        <p:txBody>
          <a:bodyPr wrap="square" rtlCol="0">
            <a:spAutoFit/>
          </a:bodyPr>
          <a:lstStyle/>
          <a:p>
            <a:r>
              <a:rPr lang="en-US" sz="2000" b="1" err="1">
                <a:latin typeface="Courier New" panose="02070309020205020404" pitchFamily="49" charset="0"/>
                <a:cs typeface="Courier New" panose="02070309020205020404" pitchFamily="49" charset="0"/>
              </a:rPr>
              <a:t>RadarSystem_TRM_DataSheets.slx</a:t>
            </a:r>
            <a:endParaRPr lang="en-US" sz="2000" b="1">
              <a:latin typeface="Courier New" panose="02070309020205020404" pitchFamily="49" charset="0"/>
              <a:cs typeface="Courier New" panose="02070309020205020404" pitchFamily="49" charset="0"/>
            </a:endParaRPr>
          </a:p>
        </p:txBody>
      </p:sp>
      <p:sp>
        <p:nvSpPr>
          <p:cNvPr id="25" name="TextBox 24">
            <a:extLst>
              <a:ext uri="{FF2B5EF4-FFF2-40B4-BE49-F238E27FC236}">
                <a16:creationId xmlns:a16="http://schemas.microsoft.com/office/drawing/2014/main" id="{53534030-A997-0689-1C28-FEF593D5DC6D}"/>
              </a:ext>
            </a:extLst>
          </p:cNvPr>
          <p:cNvSpPr txBox="1"/>
          <p:nvPr/>
        </p:nvSpPr>
        <p:spPr>
          <a:xfrm>
            <a:off x="503625" y="4113414"/>
            <a:ext cx="2082621" cy="1631216"/>
          </a:xfrm>
          <a:prstGeom prst="rect">
            <a:avLst/>
          </a:prstGeom>
          <a:solidFill>
            <a:schemeClr val="bg1"/>
          </a:solidFill>
        </p:spPr>
        <p:txBody>
          <a:bodyPr wrap="none" rtlCol="0">
            <a:spAutoFit/>
          </a:bodyPr>
          <a:lstStyle/>
          <a:p>
            <a:r>
              <a:rPr lang="en-US" sz="2000" i="1">
                <a:solidFill>
                  <a:schemeClr val="accent2"/>
                </a:solidFill>
                <a:latin typeface="Arial" pitchFamily="34" charset="0"/>
                <a:cs typeface="Arial" pitchFamily="34" charset="0"/>
              </a:rPr>
              <a:t>TR module:</a:t>
            </a:r>
          </a:p>
          <a:p>
            <a:pPr marL="342900" indent="-342900">
              <a:buFontTx/>
              <a:buChar char="-"/>
            </a:pPr>
            <a:r>
              <a:rPr lang="en-US" sz="2000">
                <a:latin typeface="Arial" pitchFamily="34" charset="0"/>
                <a:cs typeface="Arial" pitchFamily="34" charset="0"/>
              </a:rPr>
              <a:t>S-parameters</a:t>
            </a:r>
          </a:p>
          <a:p>
            <a:pPr marL="342900" indent="-342900">
              <a:buFontTx/>
              <a:buChar char="-"/>
            </a:pPr>
            <a:r>
              <a:rPr lang="en-US" sz="2000">
                <a:latin typeface="Arial" pitchFamily="34" charset="0"/>
                <a:cs typeface="Arial" pitchFamily="34" charset="0"/>
              </a:rPr>
              <a:t>Non-linearity</a:t>
            </a:r>
          </a:p>
          <a:p>
            <a:pPr marL="342900" indent="-342900">
              <a:buFontTx/>
              <a:buChar char="-"/>
            </a:pPr>
            <a:r>
              <a:rPr lang="en-US" sz="2000">
                <a:latin typeface="Arial" pitchFamily="34" charset="0"/>
                <a:cs typeface="Arial" pitchFamily="34" charset="0"/>
              </a:rPr>
              <a:t>Losses</a:t>
            </a:r>
          </a:p>
          <a:p>
            <a:pPr marL="342900" indent="-342900">
              <a:buFontTx/>
              <a:buChar char="-"/>
            </a:pPr>
            <a:r>
              <a:rPr lang="en-US" sz="2000">
                <a:latin typeface="Arial" pitchFamily="34" charset="0"/>
                <a:cs typeface="Arial" pitchFamily="34" charset="0"/>
              </a:rPr>
              <a:t>Coupling</a:t>
            </a:r>
          </a:p>
        </p:txBody>
      </p:sp>
      <p:pic>
        <p:nvPicPr>
          <p:cNvPr id="4" name="Picture 3">
            <a:extLst>
              <a:ext uri="{FF2B5EF4-FFF2-40B4-BE49-F238E27FC236}">
                <a16:creationId xmlns:a16="http://schemas.microsoft.com/office/drawing/2014/main" id="{8C9700D0-3F6F-51F1-864D-0814E6EFD04C}"/>
              </a:ext>
            </a:extLst>
          </p:cNvPr>
          <p:cNvPicPr>
            <a:picLocks noChangeAspect="1"/>
          </p:cNvPicPr>
          <p:nvPr/>
        </p:nvPicPr>
        <p:blipFill>
          <a:blip r:embed="rId5"/>
          <a:stretch>
            <a:fillRect/>
          </a:stretch>
        </p:blipFill>
        <p:spPr>
          <a:xfrm>
            <a:off x="8708771" y="2955248"/>
            <a:ext cx="3365036" cy="771525"/>
          </a:xfrm>
          <a:prstGeom prst="rect">
            <a:avLst/>
          </a:prstGeom>
        </p:spPr>
      </p:pic>
      <p:sp>
        <p:nvSpPr>
          <p:cNvPr id="5" name="TextBox 4">
            <a:extLst>
              <a:ext uri="{FF2B5EF4-FFF2-40B4-BE49-F238E27FC236}">
                <a16:creationId xmlns:a16="http://schemas.microsoft.com/office/drawing/2014/main" id="{11212E65-1114-A7FE-9C35-0112F0609189}"/>
              </a:ext>
            </a:extLst>
          </p:cNvPr>
          <p:cNvSpPr txBox="1"/>
          <p:nvPr/>
        </p:nvSpPr>
        <p:spPr>
          <a:xfrm>
            <a:off x="933812" y="1362548"/>
            <a:ext cx="3204827" cy="400110"/>
          </a:xfrm>
          <a:prstGeom prst="rect">
            <a:avLst/>
          </a:prstGeom>
          <a:solidFill>
            <a:schemeClr val="bg1"/>
          </a:solidFill>
        </p:spPr>
        <p:txBody>
          <a:bodyPr wrap="square" rtlCol="0">
            <a:spAutoFit/>
          </a:bodyPr>
          <a:lstStyle/>
          <a:p>
            <a:r>
              <a:rPr lang="en-US" sz="2000" i="1">
                <a:solidFill>
                  <a:schemeClr val="accent2"/>
                </a:solidFill>
                <a:latin typeface="Arial" pitchFamily="34" charset="0"/>
                <a:cs typeface="Arial" pitchFamily="34" charset="0"/>
              </a:rPr>
              <a:t>Placeholder antenna array </a:t>
            </a:r>
          </a:p>
        </p:txBody>
      </p:sp>
      <p:cxnSp>
        <p:nvCxnSpPr>
          <p:cNvPr id="7" name="Straight Connector 6">
            <a:extLst>
              <a:ext uri="{FF2B5EF4-FFF2-40B4-BE49-F238E27FC236}">
                <a16:creationId xmlns:a16="http://schemas.microsoft.com/office/drawing/2014/main" id="{810AE7CA-8DEF-453C-3561-683A2EABE351}"/>
              </a:ext>
            </a:extLst>
          </p:cNvPr>
          <p:cNvCxnSpPr>
            <a:cxnSpLocks/>
          </p:cNvCxnSpPr>
          <p:nvPr/>
        </p:nvCxnSpPr>
        <p:spPr>
          <a:xfrm>
            <a:off x="4169044" y="1562603"/>
            <a:ext cx="502654" cy="1392645"/>
          </a:xfrm>
          <a:prstGeom prst="line">
            <a:avLst/>
          </a:prstGeom>
          <a:ln/>
        </p:spPr>
        <p:style>
          <a:lnRef idx="1">
            <a:schemeClr val="accent2"/>
          </a:lnRef>
          <a:fillRef idx="0">
            <a:schemeClr val="accent2"/>
          </a:fillRef>
          <a:effectRef idx="0">
            <a:schemeClr val="accent2"/>
          </a:effectRef>
          <a:fontRef idx="minor">
            <a:schemeClr val="tx1"/>
          </a:fontRef>
        </p:style>
      </p:cxnSp>
      <p:cxnSp>
        <p:nvCxnSpPr>
          <p:cNvPr id="8" name="Straight Connector 7">
            <a:extLst>
              <a:ext uri="{FF2B5EF4-FFF2-40B4-BE49-F238E27FC236}">
                <a16:creationId xmlns:a16="http://schemas.microsoft.com/office/drawing/2014/main" id="{0810638C-A74F-C10D-5C5E-1F9A170BB005}"/>
              </a:ext>
            </a:extLst>
          </p:cNvPr>
          <p:cNvCxnSpPr>
            <a:cxnSpLocks/>
            <a:endCxn id="5" idx="3"/>
          </p:cNvCxnSpPr>
          <p:nvPr/>
        </p:nvCxnSpPr>
        <p:spPr>
          <a:xfrm flipH="1" flipV="1">
            <a:off x="4138639" y="1562603"/>
            <a:ext cx="3234680" cy="200055"/>
          </a:xfrm>
          <a:prstGeom prst="line">
            <a:avLst/>
          </a:prstGeom>
          <a:ln/>
        </p:spPr>
        <p:style>
          <a:lnRef idx="1">
            <a:schemeClr val="accent2"/>
          </a:lnRef>
          <a:fillRef idx="0">
            <a:schemeClr val="accent2"/>
          </a:fillRef>
          <a:effectRef idx="0">
            <a:schemeClr val="accent2"/>
          </a:effectRef>
          <a:fontRef idx="minor">
            <a:schemeClr val="tx1"/>
          </a:fontRef>
        </p:style>
      </p:cxnSp>
      <p:pic>
        <p:nvPicPr>
          <p:cNvPr id="33" name="Picture 32">
            <a:extLst>
              <a:ext uri="{FF2B5EF4-FFF2-40B4-BE49-F238E27FC236}">
                <a16:creationId xmlns:a16="http://schemas.microsoft.com/office/drawing/2014/main" id="{D5B98385-DE03-EA63-90FB-AE06CDD48EE0}"/>
              </a:ext>
            </a:extLst>
          </p:cNvPr>
          <p:cNvPicPr>
            <a:picLocks noChangeAspect="1"/>
          </p:cNvPicPr>
          <p:nvPr/>
        </p:nvPicPr>
        <p:blipFill>
          <a:blip r:embed="rId6"/>
          <a:stretch>
            <a:fillRect/>
          </a:stretch>
        </p:blipFill>
        <p:spPr>
          <a:xfrm>
            <a:off x="8989379" y="5672381"/>
            <a:ext cx="3105359" cy="568270"/>
          </a:xfrm>
          <a:prstGeom prst="rect">
            <a:avLst/>
          </a:prstGeom>
        </p:spPr>
      </p:pic>
    </p:spTree>
    <p:extLst>
      <p:ext uri="{BB962C8B-B14F-4D97-AF65-F5344CB8AC3E}">
        <p14:creationId xmlns:p14="http://schemas.microsoft.com/office/powerpoint/2010/main" val="942785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8176FA53-C3D2-E661-FFC6-440321C9DE87}"/>
              </a:ext>
            </a:extLst>
          </p:cNvPr>
          <p:cNvPicPr>
            <a:picLocks noChangeAspect="1"/>
          </p:cNvPicPr>
          <p:nvPr/>
        </p:nvPicPr>
        <p:blipFill>
          <a:blip r:embed="rId2"/>
          <a:stretch>
            <a:fillRect/>
          </a:stretch>
        </p:blipFill>
        <p:spPr>
          <a:xfrm>
            <a:off x="8987998" y="3801919"/>
            <a:ext cx="3101080" cy="2423490"/>
          </a:xfrm>
          <a:prstGeom prst="rect">
            <a:avLst/>
          </a:prstGeom>
        </p:spPr>
      </p:pic>
      <p:pic>
        <p:nvPicPr>
          <p:cNvPr id="8" name="Picture 7">
            <a:extLst>
              <a:ext uri="{FF2B5EF4-FFF2-40B4-BE49-F238E27FC236}">
                <a16:creationId xmlns:a16="http://schemas.microsoft.com/office/drawing/2014/main" id="{71DFF25C-95AE-D286-445C-BC9A6CAF8A74}"/>
              </a:ext>
            </a:extLst>
          </p:cNvPr>
          <p:cNvPicPr>
            <a:picLocks noChangeAspect="1"/>
          </p:cNvPicPr>
          <p:nvPr/>
        </p:nvPicPr>
        <p:blipFill>
          <a:blip r:embed="rId3"/>
          <a:stretch>
            <a:fillRect/>
          </a:stretch>
        </p:blipFill>
        <p:spPr>
          <a:xfrm>
            <a:off x="2595159" y="992777"/>
            <a:ext cx="5330472" cy="2785961"/>
          </a:xfrm>
          <a:prstGeom prst="rect">
            <a:avLst/>
          </a:prstGeom>
        </p:spPr>
      </p:pic>
      <p:pic>
        <p:nvPicPr>
          <p:cNvPr id="3" name="Picture 2">
            <a:extLst>
              <a:ext uri="{FF2B5EF4-FFF2-40B4-BE49-F238E27FC236}">
                <a16:creationId xmlns:a16="http://schemas.microsoft.com/office/drawing/2014/main" id="{ED8D4E7C-C631-032E-127A-73408C7FBE86}"/>
              </a:ext>
            </a:extLst>
          </p:cNvPr>
          <p:cNvPicPr>
            <a:picLocks noChangeAspect="1"/>
          </p:cNvPicPr>
          <p:nvPr/>
        </p:nvPicPr>
        <p:blipFill>
          <a:blip r:embed="rId4"/>
          <a:stretch>
            <a:fillRect/>
          </a:stretch>
        </p:blipFill>
        <p:spPr>
          <a:xfrm>
            <a:off x="6242099" y="3901540"/>
            <a:ext cx="2378484" cy="2844667"/>
          </a:xfrm>
          <a:prstGeom prst="rect">
            <a:avLst/>
          </a:prstGeom>
        </p:spPr>
      </p:pic>
      <p:sp>
        <p:nvSpPr>
          <p:cNvPr id="2" name="Title 1">
            <a:extLst>
              <a:ext uri="{FF2B5EF4-FFF2-40B4-BE49-F238E27FC236}">
                <a16:creationId xmlns:a16="http://schemas.microsoft.com/office/drawing/2014/main" id="{CD1641D0-5612-EC6F-DD10-37D1337B3050}"/>
              </a:ext>
            </a:extLst>
          </p:cNvPr>
          <p:cNvSpPr>
            <a:spLocks noGrp="1"/>
          </p:cNvSpPr>
          <p:nvPr>
            <p:ph type="title"/>
          </p:nvPr>
        </p:nvSpPr>
        <p:spPr/>
        <p:txBody>
          <a:bodyPr/>
          <a:lstStyle/>
          <a:p>
            <a:r>
              <a:rPr lang="en-US"/>
              <a:t>Radar System with TR Module and Full Array</a:t>
            </a:r>
          </a:p>
        </p:txBody>
      </p:sp>
      <p:cxnSp>
        <p:nvCxnSpPr>
          <p:cNvPr id="18" name="Straight Connector 17">
            <a:extLst>
              <a:ext uri="{FF2B5EF4-FFF2-40B4-BE49-F238E27FC236}">
                <a16:creationId xmlns:a16="http://schemas.microsoft.com/office/drawing/2014/main" id="{7AA681BA-FB21-5A47-70D9-9A0972076611}"/>
              </a:ext>
            </a:extLst>
          </p:cNvPr>
          <p:cNvCxnSpPr>
            <a:cxnSpLocks/>
            <a:endCxn id="4" idx="0"/>
          </p:cNvCxnSpPr>
          <p:nvPr/>
        </p:nvCxnSpPr>
        <p:spPr>
          <a:xfrm flipH="1">
            <a:off x="4087465" y="2966891"/>
            <a:ext cx="935192" cy="1131660"/>
          </a:xfrm>
          <a:prstGeom prst="line">
            <a:avLst/>
          </a:prstGeom>
          <a:ln/>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1075B58C-2EFA-2CB3-39CE-7DD3B0ADC28D}"/>
              </a:ext>
            </a:extLst>
          </p:cNvPr>
          <p:cNvSpPr txBox="1"/>
          <p:nvPr/>
        </p:nvSpPr>
        <p:spPr>
          <a:xfrm rot="18445432">
            <a:off x="3675513" y="3315822"/>
            <a:ext cx="1205971" cy="400110"/>
          </a:xfrm>
          <a:prstGeom prst="rect">
            <a:avLst/>
          </a:prstGeom>
          <a:solidFill>
            <a:schemeClr val="bg1"/>
          </a:solidFill>
        </p:spPr>
        <p:txBody>
          <a:bodyPr wrap="none" rtlCol="0">
            <a:spAutoFit/>
          </a:bodyPr>
          <a:lstStyle/>
          <a:p>
            <a:r>
              <a:rPr lang="en-US" sz="2000" i="1">
                <a:solidFill>
                  <a:schemeClr val="accent2"/>
                </a:solidFill>
                <a:latin typeface="Arial" pitchFamily="34" charset="0"/>
                <a:cs typeface="Arial" pitchFamily="34" charset="0"/>
              </a:rPr>
              <a:t>For-each</a:t>
            </a:r>
          </a:p>
        </p:txBody>
      </p:sp>
      <p:cxnSp>
        <p:nvCxnSpPr>
          <p:cNvPr id="25" name="Straight Connector 24">
            <a:extLst>
              <a:ext uri="{FF2B5EF4-FFF2-40B4-BE49-F238E27FC236}">
                <a16:creationId xmlns:a16="http://schemas.microsoft.com/office/drawing/2014/main" id="{E029FBAD-9BFD-5093-83CB-D122E0BC22E7}"/>
              </a:ext>
            </a:extLst>
          </p:cNvPr>
          <p:cNvCxnSpPr>
            <a:cxnSpLocks/>
          </p:cNvCxnSpPr>
          <p:nvPr/>
        </p:nvCxnSpPr>
        <p:spPr>
          <a:xfrm>
            <a:off x="6477802" y="3282215"/>
            <a:ext cx="953539" cy="615272"/>
          </a:xfrm>
          <a:prstGeom prst="line">
            <a:avLst/>
          </a:prstGeom>
          <a:ln/>
        </p:spPr>
        <p:style>
          <a:lnRef idx="1">
            <a:schemeClr val="accent2"/>
          </a:lnRef>
          <a:fillRef idx="0">
            <a:schemeClr val="accent2"/>
          </a:fillRef>
          <a:effectRef idx="0">
            <a:schemeClr val="accent2"/>
          </a:effectRef>
          <a:fontRef idx="minor">
            <a:schemeClr val="tx1"/>
          </a:fontRef>
        </p:style>
      </p:cxnSp>
      <p:pic>
        <p:nvPicPr>
          <p:cNvPr id="4" name="Picture 3">
            <a:extLst>
              <a:ext uri="{FF2B5EF4-FFF2-40B4-BE49-F238E27FC236}">
                <a16:creationId xmlns:a16="http://schemas.microsoft.com/office/drawing/2014/main" id="{8A20F65D-7462-30EA-1181-45FB6DBCB5F2}"/>
              </a:ext>
            </a:extLst>
          </p:cNvPr>
          <p:cNvPicPr>
            <a:picLocks noChangeAspect="1"/>
          </p:cNvPicPr>
          <p:nvPr/>
        </p:nvPicPr>
        <p:blipFill>
          <a:blip r:embed="rId5"/>
          <a:stretch>
            <a:fillRect/>
          </a:stretch>
        </p:blipFill>
        <p:spPr>
          <a:xfrm>
            <a:off x="2300245" y="4098551"/>
            <a:ext cx="3574440" cy="2672373"/>
          </a:xfrm>
          <a:prstGeom prst="rect">
            <a:avLst/>
          </a:prstGeom>
          <a:ln>
            <a:solidFill>
              <a:schemeClr val="tx2"/>
            </a:solidFill>
          </a:ln>
        </p:spPr>
      </p:pic>
      <p:pic>
        <p:nvPicPr>
          <p:cNvPr id="14" name="Picture 13">
            <a:extLst>
              <a:ext uri="{FF2B5EF4-FFF2-40B4-BE49-F238E27FC236}">
                <a16:creationId xmlns:a16="http://schemas.microsoft.com/office/drawing/2014/main" id="{45D1BA46-A345-F133-3932-8FA6656BFB90}"/>
              </a:ext>
            </a:extLst>
          </p:cNvPr>
          <p:cNvPicPr>
            <a:picLocks noChangeAspect="1"/>
          </p:cNvPicPr>
          <p:nvPr/>
        </p:nvPicPr>
        <p:blipFill>
          <a:blip r:embed="rId6"/>
          <a:stretch>
            <a:fillRect/>
          </a:stretch>
        </p:blipFill>
        <p:spPr>
          <a:xfrm>
            <a:off x="8708771" y="2955248"/>
            <a:ext cx="3365036" cy="771525"/>
          </a:xfrm>
          <a:prstGeom prst="rect">
            <a:avLst/>
          </a:prstGeom>
        </p:spPr>
      </p:pic>
      <p:sp>
        <p:nvSpPr>
          <p:cNvPr id="24" name="TextBox 23">
            <a:extLst>
              <a:ext uri="{FF2B5EF4-FFF2-40B4-BE49-F238E27FC236}">
                <a16:creationId xmlns:a16="http://schemas.microsoft.com/office/drawing/2014/main" id="{DCAF5C1E-CFF9-63C3-D351-52C43FE4E3CF}"/>
              </a:ext>
            </a:extLst>
          </p:cNvPr>
          <p:cNvSpPr txBox="1"/>
          <p:nvPr/>
        </p:nvSpPr>
        <p:spPr>
          <a:xfrm>
            <a:off x="7090475" y="6283438"/>
            <a:ext cx="4801314" cy="400110"/>
          </a:xfrm>
          <a:prstGeom prst="rect">
            <a:avLst/>
          </a:prstGeom>
          <a:noFill/>
        </p:spPr>
        <p:txBody>
          <a:bodyPr wrap="square" rtlCol="0">
            <a:spAutoFit/>
          </a:bodyPr>
          <a:lstStyle/>
          <a:p>
            <a:pPr algn="r"/>
            <a:r>
              <a:rPr lang="en-US" sz="2000" b="1" err="1">
                <a:latin typeface="Courier New" panose="02070309020205020404" pitchFamily="49" charset="0"/>
                <a:cs typeface="Courier New" panose="02070309020205020404" pitchFamily="49" charset="0"/>
              </a:rPr>
              <a:t>RadarArray_TRM_Idealized.slx</a:t>
            </a:r>
            <a:r>
              <a:rPr lang="en-US" sz="2000" b="1">
                <a:latin typeface="Courier New" panose="02070309020205020404" pitchFamily="49" charset="0"/>
                <a:cs typeface="Courier New" panose="02070309020205020404" pitchFamily="49" charset="0"/>
              </a:rPr>
              <a:t> </a:t>
            </a:r>
          </a:p>
        </p:txBody>
      </p:sp>
      <p:sp>
        <p:nvSpPr>
          <p:cNvPr id="23" name="TextBox 22">
            <a:extLst>
              <a:ext uri="{FF2B5EF4-FFF2-40B4-BE49-F238E27FC236}">
                <a16:creationId xmlns:a16="http://schemas.microsoft.com/office/drawing/2014/main" id="{A3870029-8842-F42E-7342-06A0ED7A4F75}"/>
              </a:ext>
            </a:extLst>
          </p:cNvPr>
          <p:cNvSpPr txBox="1"/>
          <p:nvPr/>
        </p:nvSpPr>
        <p:spPr>
          <a:xfrm>
            <a:off x="11079855" y="260059"/>
            <a:ext cx="1009223" cy="397195"/>
          </a:xfrm>
          <a:prstGeom prst="rect">
            <a:avLst/>
          </a:prstGeom>
          <a:noFill/>
        </p:spPr>
        <p:txBody>
          <a:bodyPr wrap="square" rtlCol="0">
            <a:spAutoFit/>
          </a:bodyPr>
          <a:lstStyle/>
          <a:p>
            <a:r>
              <a:rPr lang="en-US" sz="2000" b="1">
                <a:solidFill>
                  <a:schemeClr val="accent1"/>
                </a:solidFill>
                <a:latin typeface="Arial" pitchFamily="34" charset="0"/>
                <a:cs typeface="Arial" pitchFamily="34" charset="0"/>
              </a:rPr>
              <a:t>DEMO</a:t>
            </a:r>
            <a:endParaRPr lang="en-NL" sz="2000" b="1">
              <a:solidFill>
                <a:schemeClr val="accent1"/>
              </a:solidFill>
              <a:latin typeface="Arial" pitchFamily="34" charset="0"/>
              <a:cs typeface="Arial" pitchFamily="34" charset="0"/>
            </a:endParaRPr>
          </a:p>
        </p:txBody>
      </p:sp>
      <p:sp>
        <p:nvSpPr>
          <p:cNvPr id="26" name="TextBox 25">
            <a:extLst>
              <a:ext uri="{FF2B5EF4-FFF2-40B4-BE49-F238E27FC236}">
                <a16:creationId xmlns:a16="http://schemas.microsoft.com/office/drawing/2014/main" id="{8E620FBC-CB48-62F6-5824-880A531B37F9}"/>
              </a:ext>
            </a:extLst>
          </p:cNvPr>
          <p:cNvSpPr txBox="1"/>
          <p:nvPr/>
        </p:nvSpPr>
        <p:spPr>
          <a:xfrm>
            <a:off x="7377549" y="3446100"/>
            <a:ext cx="1273234" cy="400110"/>
          </a:xfrm>
          <a:prstGeom prst="rect">
            <a:avLst/>
          </a:prstGeom>
          <a:solidFill>
            <a:schemeClr val="bg1"/>
          </a:solidFill>
        </p:spPr>
        <p:txBody>
          <a:bodyPr wrap="none" rtlCol="0">
            <a:spAutoFit/>
          </a:bodyPr>
          <a:lstStyle/>
          <a:p>
            <a:r>
              <a:rPr lang="en-US" sz="2000" i="1">
                <a:solidFill>
                  <a:schemeClr val="accent2"/>
                </a:solidFill>
                <a:latin typeface="Arial" pitchFamily="34" charset="0"/>
                <a:cs typeface="Arial" pitchFamily="34" charset="0"/>
              </a:rPr>
              <a:t>Full Array</a:t>
            </a:r>
          </a:p>
        </p:txBody>
      </p:sp>
      <p:cxnSp>
        <p:nvCxnSpPr>
          <p:cNvPr id="29" name="Straight Connector 28">
            <a:extLst>
              <a:ext uri="{FF2B5EF4-FFF2-40B4-BE49-F238E27FC236}">
                <a16:creationId xmlns:a16="http://schemas.microsoft.com/office/drawing/2014/main" id="{CD538B14-7B43-AF77-AE3B-F9B0AA46449D}"/>
              </a:ext>
            </a:extLst>
          </p:cNvPr>
          <p:cNvCxnSpPr>
            <a:cxnSpLocks/>
          </p:cNvCxnSpPr>
          <p:nvPr/>
        </p:nvCxnSpPr>
        <p:spPr>
          <a:xfrm>
            <a:off x="6391175" y="3590223"/>
            <a:ext cx="1040166" cy="307264"/>
          </a:xfrm>
          <a:prstGeom prst="line">
            <a:avLst/>
          </a:prstGeom>
          <a:ln/>
        </p:spPr>
        <p:style>
          <a:lnRef idx="1">
            <a:schemeClr val="accent2"/>
          </a:lnRef>
          <a:fillRef idx="0">
            <a:schemeClr val="accent2"/>
          </a:fillRef>
          <a:effectRef idx="0">
            <a:schemeClr val="accent2"/>
          </a:effectRef>
          <a:fontRef idx="minor">
            <a:schemeClr val="tx1"/>
          </a:fontRef>
        </p:style>
      </p:cxnSp>
      <p:sp>
        <p:nvSpPr>
          <p:cNvPr id="33" name="TextBox 32">
            <a:extLst>
              <a:ext uri="{FF2B5EF4-FFF2-40B4-BE49-F238E27FC236}">
                <a16:creationId xmlns:a16="http://schemas.microsoft.com/office/drawing/2014/main" id="{9B2BAFC9-1651-1500-0D3D-F5740852616A}"/>
              </a:ext>
            </a:extLst>
          </p:cNvPr>
          <p:cNvSpPr txBox="1"/>
          <p:nvPr/>
        </p:nvSpPr>
        <p:spPr>
          <a:xfrm>
            <a:off x="1088330" y="2416272"/>
            <a:ext cx="1779654" cy="707886"/>
          </a:xfrm>
          <a:prstGeom prst="rect">
            <a:avLst/>
          </a:prstGeom>
          <a:solidFill>
            <a:schemeClr val="bg1"/>
          </a:solidFill>
        </p:spPr>
        <p:txBody>
          <a:bodyPr wrap="none" rtlCol="0">
            <a:spAutoFit/>
          </a:bodyPr>
          <a:lstStyle/>
          <a:p>
            <a:r>
              <a:rPr lang="en-US" sz="2000" i="1">
                <a:solidFill>
                  <a:schemeClr val="accent2"/>
                </a:solidFill>
                <a:latin typeface="Arial" pitchFamily="34" charset="0"/>
                <a:cs typeface="Arial" pitchFamily="34" charset="0"/>
              </a:rPr>
              <a:t>Beamforming </a:t>
            </a:r>
          </a:p>
          <a:p>
            <a:r>
              <a:rPr lang="en-US" sz="2000" i="1">
                <a:solidFill>
                  <a:schemeClr val="accent2"/>
                </a:solidFill>
                <a:latin typeface="Arial" pitchFamily="34" charset="0"/>
                <a:cs typeface="Arial" pitchFamily="34" charset="0"/>
              </a:rPr>
              <a:t>Phase-shifts</a:t>
            </a:r>
          </a:p>
        </p:txBody>
      </p:sp>
      <p:cxnSp>
        <p:nvCxnSpPr>
          <p:cNvPr id="36" name="Straight Connector 35">
            <a:extLst>
              <a:ext uri="{FF2B5EF4-FFF2-40B4-BE49-F238E27FC236}">
                <a16:creationId xmlns:a16="http://schemas.microsoft.com/office/drawing/2014/main" id="{8BED838F-4665-A146-0374-21D293DA7669}"/>
              </a:ext>
            </a:extLst>
          </p:cNvPr>
          <p:cNvCxnSpPr>
            <a:cxnSpLocks/>
          </p:cNvCxnSpPr>
          <p:nvPr/>
        </p:nvCxnSpPr>
        <p:spPr>
          <a:xfrm flipH="1">
            <a:off x="2719819" y="2731534"/>
            <a:ext cx="1507344" cy="73957"/>
          </a:xfrm>
          <a:prstGeom prst="line">
            <a:avLst/>
          </a:prstGeom>
          <a:ln/>
        </p:spPr>
        <p:style>
          <a:lnRef idx="1">
            <a:schemeClr val="accent2"/>
          </a:lnRef>
          <a:fillRef idx="0">
            <a:schemeClr val="accent2"/>
          </a:fillRef>
          <a:effectRef idx="0">
            <a:schemeClr val="accent2"/>
          </a:effectRef>
          <a:fontRef idx="minor">
            <a:schemeClr val="tx1"/>
          </a:fontRef>
        </p:style>
      </p:cxnSp>
      <p:sp>
        <p:nvSpPr>
          <p:cNvPr id="38" name="TextBox 37">
            <a:extLst>
              <a:ext uri="{FF2B5EF4-FFF2-40B4-BE49-F238E27FC236}">
                <a16:creationId xmlns:a16="http://schemas.microsoft.com/office/drawing/2014/main" id="{BD10067D-C1AB-536A-62C9-6DC9C7AE67AA}"/>
              </a:ext>
            </a:extLst>
          </p:cNvPr>
          <p:cNvSpPr txBox="1"/>
          <p:nvPr/>
        </p:nvSpPr>
        <p:spPr>
          <a:xfrm>
            <a:off x="123498" y="4148501"/>
            <a:ext cx="2140330" cy="2246769"/>
          </a:xfrm>
          <a:prstGeom prst="rect">
            <a:avLst/>
          </a:prstGeom>
          <a:solidFill>
            <a:schemeClr val="bg1"/>
          </a:solidFill>
        </p:spPr>
        <p:txBody>
          <a:bodyPr wrap="none" rtlCol="0">
            <a:spAutoFit/>
          </a:bodyPr>
          <a:lstStyle/>
          <a:p>
            <a:r>
              <a:rPr lang="en-US" sz="2000" i="1">
                <a:solidFill>
                  <a:schemeClr val="accent2"/>
                </a:solidFill>
                <a:latin typeface="Arial" pitchFamily="34" charset="0"/>
                <a:cs typeface="Arial" pitchFamily="34" charset="0"/>
              </a:rPr>
              <a:t>TR module:</a:t>
            </a:r>
          </a:p>
          <a:p>
            <a:pPr marL="342900" indent="-342900">
              <a:buFontTx/>
              <a:buChar char="-"/>
            </a:pPr>
            <a:r>
              <a:rPr lang="en-US" sz="2000">
                <a:latin typeface="Arial" pitchFamily="34" charset="0"/>
                <a:cs typeface="Arial" pitchFamily="34" charset="0"/>
              </a:rPr>
              <a:t>Common path</a:t>
            </a:r>
          </a:p>
          <a:p>
            <a:pPr marL="342900" indent="-342900">
              <a:buFontTx/>
              <a:buChar char="-"/>
            </a:pPr>
            <a:r>
              <a:rPr lang="en-US" sz="2000">
                <a:latin typeface="Arial" pitchFamily="34" charset="0"/>
                <a:cs typeface="Arial" pitchFamily="34" charset="0"/>
              </a:rPr>
              <a:t>Gain</a:t>
            </a:r>
          </a:p>
          <a:p>
            <a:pPr marL="342900" indent="-342900">
              <a:buFontTx/>
              <a:buChar char="-"/>
            </a:pPr>
            <a:r>
              <a:rPr lang="en-US" sz="2000">
                <a:latin typeface="Arial" pitchFamily="34" charset="0"/>
                <a:cs typeface="Arial" pitchFamily="34" charset="0"/>
              </a:rPr>
              <a:t>Saturation</a:t>
            </a:r>
          </a:p>
          <a:p>
            <a:pPr marL="342900" indent="-342900">
              <a:buFontTx/>
              <a:buChar char="-"/>
            </a:pPr>
            <a:r>
              <a:rPr lang="en-US" sz="2000">
                <a:latin typeface="Arial" pitchFamily="34" charset="0"/>
                <a:cs typeface="Arial" pitchFamily="34" charset="0"/>
              </a:rPr>
              <a:t>Noise</a:t>
            </a:r>
          </a:p>
          <a:p>
            <a:pPr marL="342900" indent="-342900">
              <a:buFontTx/>
              <a:buChar char="-"/>
            </a:pPr>
            <a:r>
              <a:rPr lang="en-US" sz="2000">
                <a:latin typeface="Arial" pitchFamily="34" charset="0"/>
                <a:cs typeface="Arial" pitchFamily="34" charset="0"/>
              </a:rPr>
              <a:t>Phase-shifts</a:t>
            </a:r>
          </a:p>
          <a:p>
            <a:pPr marL="342900" indent="-342900">
              <a:buFontTx/>
              <a:buChar char="-"/>
            </a:pPr>
            <a:r>
              <a:rPr lang="en-US" sz="2000">
                <a:latin typeface="Arial" pitchFamily="34" charset="0"/>
                <a:cs typeface="Arial" pitchFamily="34" charset="0"/>
              </a:rPr>
              <a:t>Leakage</a:t>
            </a:r>
          </a:p>
        </p:txBody>
      </p:sp>
      <p:pic>
        <p:nvPicPr>
          <p:cNvPr id="13" name="Picture 12">
            <a:extLst>
              <a:ext uri="{FF2B5EF4-FFF2-40B4-BE49-F238E27FC236}">
                <a16:creationId xmlns:a16="http://schemas.microsoft.com/office/drawing/2014/main" id="{8B65CB6F-E9FB-C437-55A2-06BB52E9CF9B}"/>
              </a:ext>
            </a:extLst>
          </p:cNvPr>
          <p:cNvPicPr>
            <a:picLocks noChangeAspect="1"/>
          </p:cNvPicPr>
          <p:nvPr/>
        </p:nvPicPr>
        <p:blipFill>
          <a:blip r:embed="rId7"/>
          <a:stretch>
            <a:fillRect/>
          </a:stretch>
        </p:blipFill>
        <p:spPr>
          <a:xfrm>
            <a:off x="8987997" y="5691754"/>
            <a:ext cx="3101081" cy="529026"/>
          </a:xfrm>
          <a:prstGeom prst="rect">
            <a:avLst/>
          </a:prstGeom>
        </p:spPr>
      </p:pic>
    </p:spTree>
    <p:extLst>
      <p:ext uri="{BB962C8B-B14F-4D97-AF65-F5344CB8AC3E}">
        <p14:creationId xmlns:p14="http://schemas.microsoft.com/office/powerpoint/2010/main" val="23470803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7E15613B-E14E-09E0-9807-1D3133CD2D56}"/>
              </a:ext>
            </a:extLst>
          </p:cNvPr>
          <p:cNvPicPr>
            <a:picLocks noChangeAspect="1"/>
          </p:cNvPicPr>
          <p:nvPr/>
        </p:nvPicPr>
        <p:blipFill>
          <a:blip r:embed="rId2"/>
          <a:stretch>
            <a:fillRect/>
          </a:stretch>
        </p:blipFill>
        <p:spPr>
          <a:xfrm>
            <a:off x="2645120" y="863578"/>
            <a:ext cx="5242935" cy="2863196"/>
          </a:xfrm>
          <a:prstGeom prst="rect">
            <a:avLst/>
          </a:prstGeom>
        </p:spPr>
      </p:pic>
      <p:sp>
        <p:nvSpPr>
          <p:cNvPr id="10" name="TextBox 9">
            <a:extLst>
              <a:ext uri="{FF2B5EF4-FFF2-40B4-BE49-F238E27FC236}">
                <a16:creationId xmlns:a16="http://schemas.microsoft.com/office/drawing/2014/main" id="{310C7DC8-4C0A-5B85-4A2D-25364BA8399C}"/>
              </a:ext>
            </a:extLst>
          </p:cNvPr>
          <p:cNvSpPr txBox="1"/>
          <p:nvPr/>
        </p:nvSpPr>
        <p:spPr>
          <a:xfrm>
            <a:off x="423506" y="2967889"/>
            <a:ext cx="2398413" cy="1631216"/>
          </a:xfrm>
          <a:prstGeom prst="rect">
            <a:avLst/>
          </a:prstGeom>
          <a:solidFill>
            <a:schemeClr val="bg1"/>
          </a:solidFill>
        </p:spPr>
        <p:txBody>
          <a:bodyPr wrap="none" rtlCol="0">
            <a:spAutoFit/>
          </a:bodyPr>
          <a:lstStyle/>
          <a:p>
            <a:r>
              <a:rPr lang="en-US" sz="2000" i="1">
                <a:solidFill>
                  <a:schemeClr val="accent2"/>
                </a:solidFill>
                <a:latin typeface="Arial" pitchFamily="34" charset="0"/>
                <a:cs typeface="Arial" pitchFamily="34" charset="0"/>
              </a:rPr>
              <a:t>TR module</a:t>
            </a:r>
          </a:p>
          <a:p>
            <a:r>
              <a:rPr lang="en-US" sz="2000">
                <a:latin typeface="Arial" pitchFamily="34" charset="0"/>
                <a:cs typeface="Arial" pitchFamily="34" charset="0"/>
              </a:rPr>
              <a:t>TX Gain = 50dB</a:t>
            </a:r>
          </a:p>
          <a:p>
            <a:r>
              <a:rPr lang="en-US" sz="2000">
                <a:latin typeface="Arial" pitchFamily="34" charset="0"/>
                <a:cs typeface="Arial" pitchFamily="34" charset="0"/>
              </a:rPr>
              <a:t>TX OPsat = 49dBm</a:t>
            </a:r>
          </a:p>
          <a:p>
            <a:r>
              <a:rPr lang="en-US" sz="2000">
                <a:latin typeface="Arial" pitchFamily="34" charset="0"/>
                <a:cs typeface="Arial" pitchFamily="34" charset="0"/>
              </a:rPr>
              <a:t>RX Gain = 39dB</a:t>
            </a:r>
          </a:p>
          <a:p>
            <a:r>
              <a:rPr lang="en-US" sz="2000">
                <a:latin typeface="Arial" pitchFamily="34" charset="0"/>
                <a:cs typeface="Arial" pitchFamily="34" charset="0"/>
              </a:rPr>
              <a:t>RX NF = 4dB</a:t>
            </a:r>
          </a:p>
        </p:txBody>
      </p:sp>
      <p:pic>
        <p:nvPicPr>
          <p:cNvPr id="7" name="Picture 6">
            <a:extLst>
              <a:ext uri="{FF2B5EF4-FFF2-40B4-BE49-F238E27FC236}">
                <a16:creationId xmlns:a16="http://schemas.microsoft.com/office/drawing/2014/main" id="{BED55860-9D8A-BD9F-0FB6-BC932CCDEE60}"/>
              </a:ext>
            </a:extLst>
          </p:cNvPr>
          <p:cNvPicPr>
            <a:picLocks noChangeAspect="1"/>
          </p:cNvPicPr>
          <p:nvPr/>
        </p:nvPicPr>
        <p:blipFill>
          <a:blip r:embed="rId3"/>
          <a:stretch>
            <a:fillRect/>
          </a:stretch>
        </p:blipFill>
        <p:spPr>
          <a:xfrm>
            <a:off x="8987553" y="3783497"/>
            <a:ext cx="3083095" cy="2444899"/>
          </a:xfrm>
          <a:prstGeom prst="rect">
            <a:avLst/>
          </a:prstGeom>
        </p:spPr>
      </p:pic>
      <p:pic>
        <p:nvPicPr>
          <p:cNvPr id="13" name="Picture 12">
            <a:extLst>
              <a:ext uri="{FF2B5EF4-FFF2-40B4-BE49-F238E27FC236}">
                <a16:creationId xmlns:a16="http://schemas.microsoft.com/office/drawing/2014/main" id="{7F29925A-B3F6-28B2-B285-DC25951384E4}"/>
              </a:ext>
            </a:extLst>
          </p:cNvPr>
          <p:cNvPicPr>
            <a:picLocks noChangeAspect="1"/>
          </p:cNvPicPr>
          <p:nvPr/>
        </p:nvPicPr>
        <p:blipFill>
          <a:blip r:embed="rId4"/>
          <a:stretch>
            <a:fillRect/>
          </a:stretch>
        </p:blipFill>
        <p:spPr>
          <a:xfrm>
            <a:off x="6242099" y="3901540"/>
            <a:ext cx="2378484" cy="2844667"/>
          </a:xfrm>
          <a:prstGeom prst="rect">
            <a:avLst/>
          </a:prstGeom>
        </p:spPr>
      </p:pic>
      <p:sp>
        <p:nvSpPr>
          <p:cNvPr id="2" name="Title 1">
            <a:extLst>
              <a:ext uri="{FF2B5EF4-FFF2-40B4-BE49-F238E27FC236}">
                <a16:creationId xmlns:a16="http://schemas.microsoft.com/office/drawing/2014/main" id="{CD1641D0-5612-EC6F-DD10-37D1337B3050}"/>
              </a:ext>
            </a:extLst>
          </p:cNvPr>
          <p:cNvSpPr>
            <a:spLocks noGrp="1"/>
          </p:cNvSpPr>
          <p:nvPr>
            <p:ph type="title"/>
          </p:nvPr>
        </p:nvSpPr>
        <p:spPr/>
        <p:txBody>
          <a:bodyPr/>
          <a:lstStyle/>
          <a:p>
            <a:r>
              <a:rPr lang="en-US"/>
              <a:t>Radar System with TR Module Placeholder and Full Array</a:t>
            </a:r>
          </a:p>
        </p:txBody>
      </p:sp>
      <p:cxnSp>
        <p:nvCxnSpPr>
          <p:cNvPr id="18" name="Straight Connector 17">
            <a:extLst>
              <a:ext uri="{FF2B5EF4-FFF2-40B4-BE49-F238E27FC236}">
                <a16:creationId xmlns:a16="http://schemas.microsoft.com/office/drawing/2014/main" id="{7AA681BA-FB21-5A47-70D9-9A0972076611}"/>
              </a:ext>
            </a:extLst>
          </p:cNvPr>
          <p:cNvCxnSpPr>
            <a:cxnSpLocks/>
          </p:cNvCxnSpPr>
          <p:nvPr/>
        </p:nvCxnSpPr>
        <p:spPr>
          <a:xfrm flipH="1">
            <a:off x="3657600" y="2422518"/>
            <a:ext cx="1225296" cy="1774194"/>
          </a:xfrm>
          <a:prstGeom prst="line">
            <a:avLst/>
          </a:prstGeom>
          <a:ln/>
        </p:spPr>
        <p:style>
          <a:lnRef idx="1">
            <a:schemeClr val="accent2"/>
          </a:lnRef>
          <a:fillRef idx="0">
            <a:schemeClr val="accent2"/>
          </a:fillRef>
          <a:effectRef idx="0">
            <a:schemeClr val="accent2"/>
          </a:effectRef>
          <a:fontRef idx="minor">
            <a:schemeClr val="tx1"/>
          </a:fontRef>
        </p:style>
      </p:cxnSp>
      <p:pic>
        <p:nvPicPr>
          <p:cNvPr id="9" name="Picture 8">
            <a:extLst>
              <a:ext uri="{FF2B5EF4-FFF2-40B4-BE49-F238E27FC236}">
                <a16:creationId xmlns:a16="http://schemas.microsoft.com/office/drawing/2014/main" id="{8A719FF4-A362-AF28-EA09-900654440A8E}"/>
              </a:ext>
            </a:extLst>
          </p:cNvPr>
          <p:cNvPicPr>
            <a:picLocks noChangeAspect="1"/>
          </p:cNvPicPr>
          <p:nvPr/>
        </p:nvPicPr>
        <p:blipFill>
          <a:blip r:embed="rId5"/>
          <a:stretch>
            <a:fillRect/>
          </a:stretch>
        </p:blipFill>
        <p:spPr>
          <a:xfrm>
            <a:off x="2245660" y="4196712"/>
            <a:ext cx="3629025" cy="2506705"/>
          </a:xfrm>
          <a:prstGeom prst="rect">
            <a:avLst/>
          </a:prstGeom>
          <a:ln>
            <a:solidFill>
              <a:schemeClr val="accent2"/>
            </a:solidFill>
          </a:ln>
        </p:spPr>
      </p:pic>
      <p:sp>
        <p:nvSpPr>
          <p:cNvPr id="12" name="TextBox 11">
            <a:extLst>
              <a:ext uri="{FF2B5EF4-FFF2-40B4-BE49-F238E27FC236}">
                <a16:creationId xmlns:a16="http://schemas.microsoft.com/office/drawing/2014/main" id="{1075B58C-2EFA-2CB3-39CE-7DD3B0ADC28D}"/>
              </a:ext>
            </a:extLst>
          </p:cNvPr>
          <p:cNvSpPr txBox="1"/>
          <p:nvPr/>
        </p:nvSpPr>
        <p:spPr>
          <a:xfrm rot="18235542">
            <a:off x="3179309" y="3335774"/>
            <a:ext cx="1205971" cy="400110"/>
          </a:xfrm>
          <a:prstGeom prst="rect">
            <a:avLst/>
          </a:prstGeom>
          <a:solidFill>
            <a:schemeClr val="bg1"/>
          </a:solidFill>
        </p:spPr>
        <p:txBody>
          <a:bodyPr wrap="none" rtlCol="0">
            <a:spAutoFit/>
          </a:bodyPr>
          <a:lstStyle/>
          <a:p>
            <a:r>
              <a:rPr lang="en-US" sz="2000" i="1">
                <a:solidFill>
                  <a:schemeClr val="accent2"/>
                </a:solidFill>
                <a:latin typeface="Arial" pitchFamily="34" charset="0"/>
                <a:cs typeface="Arial" pitchFamily="34" charset="0"/>
              </a:rPr>
              <a:t>For-each</a:t>
            </a:r>
          </a:p>
        </p:txBody>
      </p:sp>
      <p:sp>
        <p:nvSpPr>
          <p:cNvPr id="24" name="TextBox 23">
            <a:extLst>
              <a:ext uri="{FF2B5EF4-FFF2-40B4-BE49-F238E27FC236}">
                <a16:creationId xmlns:a16="http://schemas.microsoft.com/office/drawing/2014/main" id="{DCAF5C1E-CFF9-63C3-D351-52C43FE4E3CF}"/>
              </a:ext>
            </a:extLst>
          </p:cNvPr>
          <p:cNvSpPr txBox="1"/>
          <p:nvPr/>
        </p:nvSpPr>
        <p:spPr>
          <a:xfrm>
            <a:off x="7086600" y="6501959"/>
            <a:ext cx="4801314" cy="400110"/>
          </a:xfrm>
          <a:prstGeom prst="rect">
            <a:avLst/>
          </a:prstGeom>
          <a:noFill/>
        </p:spPr>
        <p:txBody>
          <a:bodyPr wrap="square" rtlCol="0">
            <a:spAutoFit/>
          </a:bodyPr>
          <a:lstStyle/>
          <a:p>
            <a:pPr algn="r"/>
            <a:r>
              <a:rPr lang="en-US" sz="2000" b="1" err="1">
                <a:latin typeface="Courier New" panose="02070309020205020404" pitchFamily="49" charset="0"/>
                <a:cs typeface="Courier New" panose="02070309020205020404" pitchFamily="49" charset="0"/>
              </a:rPr>
              <a:t>RadarArray.slx</a:t>
            </a:r>
            <a:r>
              <a:rPr lang="en-US" sz="2000" b="1">
                <a:latin typeface="Courier New" panose="02070309020205020404" pitchFamily="49" charset="0"/>
                <a:cs typeface="Courier New" panose="02070309020205020404" pitchFamily="49" charset="0"/>
              </a:rPr>
              <a:t> </a:t>
            </a:r>
          </a:p>
        </p:txBody>
      </p:sp>
      <p:cxnSp>
        <p:nvCxnSpPr>
          <p:cNvPr id="25" name="Straight Connector 24">
            <a:extLst>
              <a:ext uri="{FF2B5EF4-FFF2-40B4-BE49-F238E27FC236}">
                <a16:creationId xmlns:a16="http://schemas.microsoft.com/office/drawing/2014/main" id="{E029FBAD-9BFD-5093-83CB-D122E0BC22E7}"/>
              </a:ext>
            </a:extLst>
          </p:cNvPr>
          <p:cNvCxnSpPr>
            <a:cxnSpLocks/>
          </p:cNvCxnSpPr>
          <p:nvPr/>
        </p:nvCxnSpPr>
        <p:spPr>
          <a:xfrm>
            <a:off x="6400800" y="1976034"/>
            <a:ext cx="1030541" cy="1921453"/>
          </a:xfrm>
          <a:prstGeom prst="line">
            <a:avLst/>
          </a:prstGeom>
          <a:ln/>
        </p:spPr>
        <p:style>
          <a:lnRef idx="1">
            <a:schemeClr val="accent2"/>
          </a:lnRef>
          <a:fillRef idx="0">
            <a:schemeClr val="accent2"/>
          </a:fillRef>
          <a:effectRef idx="0">
            <a:schemeClr val="accent2"/>
          </a:effectRef>
          <a:fontRef idx="minor">
            <a:schemeClr val="tx1"/>
          </a:fontRef>
        </p:style>
      </p:cxnSp>
      <p:sp>
        <p:nvSpPr>
          <p:cNvPr id="30" name="TextBox 29">
            <a:extLst>
              <a:ext uri="{FF2B5EF4-FFF2-40B4-BE49-F238E27FC236}">
                <a16:creationId xmlns:a16="http://schemas.microsoft.com/office/drawing/2014/main" id="{53CBA0F9-EDE2-E351-2D52-E6CA20B024C4}"/>
              </a:ext>
            </a:extLst>
          </p:cNvPr>
          <p:cNvSpPr txBox="1"/>
          <p:nvPr/>
        </p:nvSpPr>
        <p:spPr>
          <a:xfrm>
            <a:off x="7377549" y="3446100"/>
            <a:ext cx="1273234" cy="400110"/>
          </a:xfrm>
          <a:prstGeom prst="rect">
            <a:avLst/>
          </a:prstGeom>
          <a:solidFill>
            <a:schemeClr val="bg1"/>
          </a:solidFill>
        </p:spPr>
        <p:txBody>
          <a:bodyPr wrap="none" rtlCol="0">
            <a:spAutoFit/>
          </a:bodyPr>
          <a:lstStyle/>
          <a:p>
            <a:r>
              <a:rPr lang="en-US" sz="2000" i="1">
                <a:solidFill>
                  <a:schemeClr val="accent2"/>
                </a:solidFill>
                <a:latin typeface="Arial" pitchFamily="34" charset="0"/>
                <a:cs typeface="Arial" pitchFamily="34" charset="0"/>
              </a:rPr>
              <a:t>Full Array</a:t>
            </a:r>
          </a:p>
        </p:txBody>
      </p:sp>
      <p:cxnSp>
        <p:nvCxnSpPr>
          <p:cNvPr id="3" name="Straight Connector 2">
            <a:extLst>
              <a:ext uri="{FF2B5EF4-FFF2-40B4-BE49-F238E27FC236}">
                <a16:creationId xmlns:a16="http://schemas.microsoft.com/office/drawing/2014/main" id="{6CB35253-A0D9-F165-D25B-48C6C1D52464}"/>
              </a:ext>
            </a:extLst>
          </p:cNvPr>
          <p:cNvCxnSpPr>
            <a:cxnSpLocks/>
          </p:cNvCxnSpPr>
          <p:nvPr/>
        </p:nvCxnSpPr>
        <p:spPr>
          <a:xfrm>
            <a:off x="6730139" y="3576234"/>
            <a:ext cx="701202" cy="321253"/>
          </a:xfrm>
          <a:prstGeom prst="line">
            <a:avLst/>
          </a:prstGeom>
          <a:ln/>
        </p:spPr>
        <p:style>
          <a:lnRef idx="1">
            <a:schemeClr val="accent2"/>
          </a:lnRef>
          <a:fillRef idx="0">
            <a:schemeClr val="accent2"/>
          </a:fillRef>
          <a:effectRef idx="0">
            <a:schemeClr val="accent2"/>
          </a:effectRef>
          <a:fontRef idx="minor">
            <a:schemeClr val="tx1"/>
          </a:fontRef>
        </p:style>
      </p:cxnSp>
      <p:pic>
        <p:nvPicPr>
          <p:cNvPr id="4" name="Picture 3">
            <a:extLst>
              <a:ext uri="{FF2B5EF4-FFF2-40B4-BE49-F238E27FC236}">
                <a16:creationId xmlns:a16="http://schemas.microsoft.com/office/drawing/2014/main" id="{42C63762-2384-7EC5-11C4-24155058B116}"/>
              </a:ext>
            </a:extLst>
          </p:cNvPr>
          <p:cNvPicPr>
            <a:picLocks noChangeAspect="1"/>
          </p:cNvPicPr>
          <p:nvPr/>
        </p:nvPicPr>
        <p:blipFill>
          <a:blip r:embed="rId6"/>
          <a:stretch>
            <a:fillRect/>
          </a:stretch>
        </p:blipFill>
        <p:spPr>
          <a:xfrm>
            <a:off x="8708771" y="2955248"/>
            <a:ext cx="3365036" cy="771525"/>
          </a:xfrm>
          <a:prstGeom prst="rect">
            <a:avLst/>
          </a:prstGeom>
        </p:spPr>
      </p:pic>
      <p:sp>
        <p:nvSpPr>
          <p:cNvPr id="6" name="TextBox 5">
            <a:extLst>
              <a:ext uri="{FF2B5EF4-FFF2-40B4-BE49-F238E27FC236}">
                <a16:creationId xmlns:a16="http://schemas.microsoft.com/office/drawing/2014/main" id="{D7CCB197-F3AE-06E6-68F6-392003713442}"/>
              </a:ext>
            </a:extLst>
          </p:cNvPr>
          <p:cNvSpPr txBox="1"/>
          <p:nvPr/>
        </p:nvSpPr>
        <p:spPr>
          <a:xfrm>
            <a:off x="11079855" y="260059"/>
            <a:ext cx="1009223" cy="397195"/>
          </a:xfrm>
          <a:prstGeom prst="rect">
            <a:avLst/>
          </a:prstGeom>
          <a:noFill/>
        </p:spPr>
        <p:txBody>
          <a:bodyPr wrap="square" rtlCol="0">
            <a:spAutoFit/>
          </a:bodyPr>
          <a:lstStyle/>
          <a:p>
            <a:r>
              <a:rPr lang="en-US" sz="2000" b="1">
                <a:solidFill>
                  <a:schemeClr val="accent1"/>
                </a:solidFill>
                <a:latin typeface="Arial" pitchFamily="34" charset="0"/>
                <a:cs typeface="Arial" pitchFamily="34" charset="0"/>
              </a:rPr>
              <a:t>DEMO</a:t>
            </a:r>
            <a:endParaRPr lang="en-NL" sz="2000" b="1">
              <a:solidFill>
                <a:schemeClr val="accent1"/>
              </a:solidFill>
              <a:latin typeface="Arial" pitchFamily="34" charset="0"/>
              <a:cs typeface="Arial" pitchFamily="34" charset="0"/>
            </a:endParaRPr>
          </a:p>
        </p:txBody>
      </p:sp>
      <p:pic>
        <p:nvPicPr>
          <p:cNvPr id="17" name="Picture 16">
            <a:extLst>
              <a:ext uri="{FF2B5EF4-FFF2-40B4-BE49-F238E27FC236}">
                <a16:creationId xmlns:a16="http://schemas.microsoft.com/office/drawing/2014/main" id="{F8C3ECB6-48D3-8CAD-EE20-B2232811CD14}"/>
              </a:ext>
            </a:extLst>
          </p:cNvPr>
          <p:cNvPicPr>
            <a:picLocks noChangeAspect="1"/>
          </p:cNvPicPr>
          <p:nvPr/>
        </p:nvPicPr>
        <p:blipFill>
          <a:blip r:embed="rId7"/>
          <a:stretch>
            <a:fillRect/>
          </a:stretch>
        </p:blipFill>
        <p:spPr>
          <a:xfrm>
            <a:off x="8987552" y="5653007"/>
            <a:ext cx="3083095" cy="575389"/>
          </a:xfrm>
          <a:prstGeom prst="rect">
            <a:avLst/>
          </a:prstGeom>
        </p:spPr>
      </p:pic>
    </p:spTree>
    <p:extLst>
      <p:ext uri="{BB962C8B-B14F-4D97-AF65-F5344CB8AC3E}">
        <p14:creationId xmlns:p14="http://schemas.microsoft.com/office/powerpoint/2010/main" val="8967012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4A61E66-5FC4-D023-E2AE-B8B25B3FF7ED}"/>
              </a:ext>
            </a:extLst>
          </p:cNvPr>
          <p:cNvPicPr>
            <a:picLocks noChangeAspect="1"/>
          </p:cNvPicPr>
          <p:nvPr/>
        </p:nvPicPr>
        <p:blipFill>
          <a:blip r:embed="rId2"/>
          <a:stretch>
            <a:fillRect/>
          </a:stretch>
        </p:blipFill>
        <p:spPr>
          <a:xfrm>
            <a:off x="8988308" y="3782655"/>
            <a:ext cx="3091458" cy="2432688"/>
          </a:xfrm>
          <a:prstGeom prst="rect">
            <a:avLst/>
          </a:prstGeom>
        </p:spPr>
      </p:pic>
      <p:pic>
        <p:nvPicPr>
          <p:cNvPr id="6" name="Picture 5">
            <a:extLst>
              <a:ext uri="{FF2B5EF4-FFF2-40B4-BE49-F238E27FC236}">
                <a16:creationId xmlns:a16="http://schemas.microsoft.com/office/drawing/2014/main" id="{0718D27D-DFD4-9DA9-3A37-4BB3A6205A3E}"/>
              </a:ext>
            </a:extLst>
          </p:cNvPr>
          <p:cNvPicPr>
            <a:picLocks noChangeAspect="1"/>
          </p:cNvPicPr>
          <p:nvPr/>
        </p:nvPicPr>
        <p:blipFill>
          <a:blip r:embed="rId3"/>
          <a:stretch>
            <a:fillRect/>
          </a:stretch>
        </p:blipFill>
        <p:spPr>
          <a:xfrm>
            <a:off x="2533973" y="1075438"/>
            <a:ext cx="5544364" cy="2840631"/>
          </a:xfrm>
          <a:prstGeom prst="rect">
            <a:avLst/>
          </a:prstGeom>
        </p:spPr>
      </p:pic>
      <p:pic>
        <p:nvPicPr>
          <p:cNvPr id="3" name="Picture 2">
            <a:extLst>
              <a:ext uri="{FF2B5EF4-FFF2-40B4-BE49-F238E27FC236}">
                <a16:creationId xmlns:a16="http://schemas.microsoft.com/office/drawing/2014/main" id="{9B7BF63F-08AF-58C5-B44A-7E4B34A6DE62}"/>
              </a:ext>
            </a:extLst>
          </p:cNvPr>
          <p:cNvPicPr>
            <a:picLocks noChangeAspect="1"/>
          </p:cNvPicPr>
          <p:nvPr/>
        </p:nvPicPr>
        <p:blipFill>
          <a:blip r:embed="rId4"/>
          <a:stretch>
            <a:fillRect/>
          </a:stretch>
        </p:blipFill>
        <p:spPr>
          <a:xfrm>
            <a:off x="6242099" y="3901540"/>
            <a:ext cx="2378484" cy="2844667"/>
          </a:xfrm>
          <a:prstGeom prst="rect">
            <a:avLst/>
          </a:prstGeom>
        </p:spPr>
      </p:pic>
      <p:sp>
        <p:nvSpPr>
          <p:cNvPr id="2" name="Title 1">
            <a:extLst>
              <a:ext uri="{FF2B5EF4-FFF2-40B4-BE49-F238E27FC236}">
                <a16:creationId xmlns:a16="http://schemas.microsoft.com/office/drawing/2014/main" id="{CD1641D0-5612-EC6F-DD10-37D1337B3050}"/>
              </a:ext>
            </a:extLst>
          </p:cNvPr>
          <p:cNvSpPr>
            <a:spLocks noGrp="1"/>
          </p:cNvSpPr>
          <p:nvPr>
            <p:ph type="title"/>
          </p:nvPr>
        </p:nvSpPr>
        <p:spPr/>
        <p:txBody>
          <a:bodyPr/>
          <a:lstStyle/>
          <a:p>
            <a:r>
              <a:rPr lang="en-US"/>
              <a:t>Radar System with TR Module Data-Sheet Model and Full Array</a:t>
            </a:r>
          </a:p>
        </p:txBody>
      </p:sp>
      <p:cxnSp>
        <p:nvCxnSpPr>
          <p:cNvPr id="18" name="Straight Connector 17">
            <a:extLst>
              <a:ext uri="{FF2B5EF4-FFF2-40B4-BE49-F238E27FC236}">
                <a16:creationId xmlns:a16="http://schemas.microsoft.com/office/drawing/2014/main" id="{7AA681BA-FB21-5A47-70D9-9A0972076611}"/>
              </a:ext>
            </a:extLst>
          </p:cNvPr>
          <p:cNvCxnSpPr>
            <a:cxnSpLocks/>
            <a:endCxn id="5" idx="0"/>
          </p:cNvCxnSpPr>
          <p:nvPr/>
        </p:nvCxnSpPr>
        <p:spPr>
          <a:xfrm flipH="1">
            <a:off x="4207458" y="3124158"/>
            <a:ext cx="667446" cy="974393"/>
          </a:xfrm>
          <a:prstGeom prst="line">
            <a:avLst/>
          </a:prstGeom>
          <a:ln/>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1075B58C-2EFA-2CB3-39CE-7DD3B0ADC28D}"/>
              </a:ext>
            </a:extLst>
          </p:cNvPr>
          <p:cNvSpPr txBox="1"/>
          <p:nvPr/>
        </p:nvSpPr>
        <p:spPr>
          <a:xfrm rot="18321473">
            <a:off x="3561160" y="3361060"/>
            <a:ext cx="1205971" cy="400110"/>
          </a:xfrm>
          <a:prstGeom prst="rect">
            <a:avLst/>
          </a:prstGeom>
          <a:solidFill>
            <a:schemeClr val="bg1"/>
          </a:solidFill>
        </p:spPr>
        <p:txBody>
          <a:bodyPr wrap="none" rtlCol="0">
            <a:spAutoFit/>
          </a:bodyPr>
          <a:lstStyle/>
          <a:p>
            <a:r>
              <a:rPr lang="en-US" sz="2000" i="1">
                <a:solidFill>
                  <a:schemeClr val="accent2"/>
                </a:solidFill>
                <a:latin typeface="Arial" pitchFamily="34" charset="0"/>
                <a:cs typeface="Arial" pitchFamily="34" charset="0"/>
              </a:rPr>
              <a:t>For-each</a:t>
            </a:r>
          </a:p>
        </p:txBody>
      </p:sp>
      <p:cxnSp>
        <p:nvCxnSpPr>
          <p:cNvPr id="25" name="Straight Connector 24">
            <a:extLst>
              <a:ext uri="{FF2B5EF4-FFF2-40B4-BE49-F238E27FC236}">
                <a16:creationId xmlns:a16="http://schemas.microsoft.com/office/drawing/2014/main" id="{E029FBAD-9BFD-5093-83CB-D122E0BC22E7}"/>
              </a:ext>
            </a:extLst>
          </p:cNvPr>
          <p:cNvCxnSpPr>
            <a:cxnSpLocks/>
          </p:cNvCxnSpPr>
          <p:nvPr/>
        </p:nvCxnSpPr>
        <p:spPr>
          <a:xfrm>
            <a:off x="6477802" y="3282215"/>
            <a:ext cx="953539" cy="615272"/>
          </a:xfrm>
          <a:prstGeom prst="line">
            <a:avLst/>
          </a:prstGeom>
          <a:ln/>
        </p:spPr>
        <p:style>
          <a:lnRef idx="1">
            <a:schemeClr val="accent2"/>
          </a:lnRef>
          <a:fillRef idx="0">
            <a:schemeClr val="accent2"/>
          </a:fillRef>
          <a:effectRef idx="0">
            <a:schemeClr val="accent2"/>
          </a:effectRef>
          <a:fontRef idx="minor">
            <a:schemeClr val="tx1"/>
          </a:fontRef>
        </p:style>
      </p:cxnSp>
      <p:pic>
        <p:nvPicPr>
          <p:cNvPr id="14" name="Picture 13">
            <a:extLst>
              <a:ext uri="{FF2B5EF4-FFF2-40B4-BE49-F238E27FC236}">
                <a16:creationId xmlns:a16="http://schemas.microsoft.com/office/drawing/2014/main" id="{45D1BA46-A345-F133-3932-8FA6656BFB90}"/>
              </a:ext>
            </a:extLst>
          </p:cNvPr>
          <p:cNvPicPr>
            <a:picLocks noChangeAspect="1"/>
          </p:cNvPicPr>
          <p:nvPr/>
        </p:nvPicPr>
        <p:blipFill>
          <a:blip r:embed="rId5"/>
          <a:stretch>
            <a:fillRect/>
          </a:stretch>
        </p:blipFill>
        <p:spPr>
          <a:xfrm>
            <a:off x="8708771" y="2955248"/>
            <a:ext cx="3365036" cy="771525"/>
          </a:xfrm>
          <a:prstGeom prst="rect">
            <a:avLst/>
          </a:prstGeom>
        </p:spPr>
      </p:pic>
      <p:sp>
        <p:nvSpPr>
          <p:cNvPr id="24" name="TextBox 23">
            <a:extLst>
              <a:ext uri="{FF2B5EF4-FFF2-40B4-BE49-F238E27FC236}">
                <a16:creationId xmlns:a16="http://schemas.microsoft.com/office/drawing/2014/main" id="{DCAF5C1E-CFF9-63C3-D351-52C43FE4E3CF}"/>
              </a:ext>
            </a:extLst>
          </p:cNvPr>
          <p:cNvSpPr txBox="1"/>
          <p:nvPr/>
        </p:nvSpPr>
        <p:spPr>
          <a:xfrm>
            <a:off x="7086600" y="6283438"/>
            <a:ext cx="4801314" cy="400110"/>
          </a:xfrm>
          <a:prstGeom prst="rect">
            <a:avLst/>
          </a:prstGeom>
          <a:noFill/>
        </p:spPr>
        <p:txBody>
          <a:bodyPr wrap="square" rtlCol="0">
            <a:spAutoFit/>
          </a:bodyPr>
          <a:lstStyle/>
          <a:p>
            <a:pPr algn="r"/>
            <a:r>
              <a:rPr lang="en-US" sz="2000" b="1" err="1">
                <a:latin typeface="Courier New" panose="02070309020205020404" pitchFamily="49" charset="0"/>
                <a:cs typeface="Courier New" panose="02070309020205020404" pitchFamily="49" charset="0"/>
              </a:rPr>
              <a:t>RadarArray_TRM_DataSheet.slx</a:t>
            </a:r>
            <a:r>
              <a:rPr lang="en-US" sz="2000" b="1">
                <a:latin typeface="Courier New" panose="02070309020205020404" pitchFamily="49" charset="0"/>
                <a:cs typeface="Courier New" panose="02070309020205020404" pitchFamily="49" charset="0"/>
              </a:rPr>
              <a:t> </a:t>
            </a:r>
          </a:p>
        </p:txBody>
      </p:sp>
      <p:sp>
        <p:nvSpPr>
          <p:cNvPr id="23" name="TextBox 22">
            <a:extLst>
              <a:ext uri="{FF2B5EF4-FFF2-40B4-BE49-F238E27FC236}">
                <a16:creationId xmlns:a16="http://schemas.microsoft.com/office/drawing/2014/main" id="{A3870029-8842-F42E-7342-06A0ED7A4F75}"/>
              </a:ext>
            </a:extLst>
          </p:cNvPr>
          <p:cNvSpPr txBox="1"/>
          <p:nvPr/>
        </p:nvSpPr>
        <p:spPr>
          <a:xfrm>
            <a:off x="11079855" y="260059"/>
            <a:ext cx="1009223" cy="397195"/>
          </a:xfrm>
          <a:prstGeom prst="rect">
            <a:avLst/>
          </a:prstGeom>
          <a:noFill/>
        </p:spPr>
        <p:txBody>
          <a:bodyPr wrap="square" rtlCol="0">
            <a:spAutoFit/>
          </a:bodyPr>
          <a:lstStyle/>
          <a:p>
            <a:r>
              <a:rPr lang="en-US" sz="2000" b="1">
                <a:solidFill>
                  <a:schemeClr val="accent1"/>
                </a:solidFill>
                <a:latin typeface="Arial" pitchFamily="34" charset="0"/>
                <a:cs typeface="Arial" pitchFamily="34" charset="0"/>
              </a:rPr>
              <a:t>DEMO</a:t>
            </a:r>
            <a:endParaRPr lang="en-NL" sz="2000" b="1">
              <a:solidFill>
                <a:schemeClr val="accent1"/>
              </a:solidFill>
              <a:latin typeface="Arial" pitchFamily="34" charset="0"/>
              <a:cs typeface="Arial" pitchFamily="34" charset="0"/>
            </a:endParaRPr>
          </a:p>
        </p:txBody>
      </p:sp>
      <p:sp>
        <p:nvSpPr>
          <p:cNvPr id="26" name="TextBox 25">
            <a:extLst>
              <a:ext uri="{FF2B5EF4-FFF2-40B4-BE49-F238E27FC236}">
                <a16:creationId xmlns:a16="http://schemas.microsoft.com/office/drawing/2014/main" id="{8E620FBC-CB48-62F6-5824-880A531B37F9}"/>
              </a:ext>
            </a:extLst>
          </p:cNvPr>
          <p:cNvSpPr txBox="1"/>
          <p:nvPr/>
        </p:nvSpPr>
        <p:spPr>
          <a:xfrm>
            <a:off x="7377549" y="3446100"/>
            <a:ext cx="1273234" cy="400110"/>
          </a:xfrm>
          <a:prstGeom prst="rect">
            <a:avLst/>
          </a:prstGeom>
          <a:solidFill>
            <a:schemeClr val="bg1"/>
          </a:solidFill>
        </p:spPr>
        <p:txBody>
          <a:bodyPr wrap="none" rtlCol="0">
            <a:spAutoFit/>
          </a:bodyPr>
          <a:lstStyle/>
          <a:p>
            <a:r>
              <a:rPr lang="en-US" sz="2000" i="1">
                <a:solidFill>
                  <a:schemeClr val="accent2"/>
                </a:solidFill>
                <a:latin typeface="Arial" pitchFamily="34" charset="0"/>
                <a:cs typeface="Arial" pitchFamily="34" charset="0"/>
              </a:rPr>
              <a:t>Full Array</a:t>
            </a:r>
          </a:p>
        </p:txBody>
      </p:sp>
      <p:cxnSp>
        <p:nvCxnSpPr>
          <p:cNvPr id="29" name="Straight Connector 28">
            <a:extLst>
              <a:ext uri="{FF2B5EF4-FFF2-40B4-BE49-F238E27FC236}">
                <a16:creationId xmlns:a16="http://schemas.microsoft.com/office/drawing/2014/main" id="{CD538B14-7B43-AF77-AE3B-F9B0AA46449D}"/>
              </a:ext>
            </a:extLst>
          </p:cNvPr>
          <p:cNvCxnSpPr>
            <a:cxnSpLocks/>
          </p:cNvCxnSpPr>
          <p:nvPr/>
        </p:nvCxnSpPr>
        <p:spPr>
          <a:xfrm>
            <a:off x="6391175" y="3590223"/>
            <a:ext cx="1040166" cy="307264"/>
          </a:xfrm>
          <a:prstGeom prst="line">
            <a:avLst/>
          </a:prstGeom>
          <a:ln/>
        </p:spPr>
        <p:style>
          <a:lnRef idx="1">
            <a:schemeClr val="accent2"/>
          </a:lnRef>
          <a:fillRef idx="0">
            <a:schemeClr val="accent2"/>
          </a:fillRef>
          <a:effectRef idx="0">
            <a:schemeClr val="accent2"/>
          </a:effectRef>
          <a:fontRef idx="minor">
            <a:schemeClr val="tx1"/>
          </a:fontRef>
        </p:style>
      </p:cxnSp>
      <p:sp>
        <p:nvSpPr>
          <p:cNvPr id="19" name="TextBox 18">
            <a:extLst>
              <a:ext uri="{FF2B5EF4-FFF2-40B4-BE49-F238E27FC236}">
                <a16:creationId xmlns:a16="http://schemas.microsoft.com/office/drawing/2014/main" id="{009A4103-E136-A1B0-0F7F-12CBB2042AC8}"/>
              </a:ext>
            </a:extLst>
          </p:cNvPr>
          <p:cNvSpPr txBox="1"/>
          <p:nvPr/>
        </p:nvSpPr>
        <p:spPr>
          <a:xfrm>
            <a:off x="1088330" y="2416272"/>
            <a:ext cx="1779654" cy="707886"/>
          </a:xfrm>
          <a:prstGeom prst="rect">
            <a:avLst/>
          </a:prstGeom>
          <a:solidFill>
            <a:schemeClr val="bg1"/>
          </a:solidFill>
        </p:spPr>
        <p:txBody>
          <a:bodyPr wrap="none" rtlCol="0">
            <a:spAutoFit/>
          </a:bodyPr>
          <a:lstStyle/>
          <a:p>
            <a:r>
              <a:rPr lang="en-US" sz="2000" i="1">
                <a:solidFill>
                  <a:schemeClr val="accent2"/>
                </a:solidFill>
                <a:latin typeface="Arial" pitchFamily="34" charset="0"/>
                <a:cs typeface="Arial" pitchFamily="34" charset="0"/>
              </a:rPr>
              <a:t>Beamforming </a:t>
            </a:r>
          </a:p>
          <a:p>
            <a:r>
              <a:rPr lang="en-US" sz="2000" i="1">
                <a:solidFill>
                  <a:schemeClr val="accent2"/>
                </a:solidFill>
                <a:latin typeface="Arial" pitchFamily="34" charset="0"/>
                <a:cs typeface="Arial" pitchFamily="34" charset="0"/>
              </a:rPr>
              <a:t>Phase-shifts</a:t>
            </a:r>
          </a:p>
        </p:txBody>
      </p:sp>
      <p:cxnSp>
        <p:nvCxnSpPr>
          <p:cNvPr id="20" name="Straight Connector 19">
            <a:extLst>
              <a:ext uri="{FF2B5EF4-FFF2-40B4-BE49-F238E27FC236}">
                <a16:creationId xmlns:a16="http://schemas.microsoft.com/office/drawing/2014/main" id="{A2478692-6664-3A6E-78A5-36D1CC076208}"/>
              </a:ext>
            </a:extLst>
          </p:cNvPr>
          <p:cNvCxnSpPr>
            <a:cxnSpLocks/>
          </p:cNvCxnSpPr>
          <p:nvPr/>
        </p:nvCxnSpPr>
        <p:spPr>
          <a:xfrm flipH="1" flipV="1">
            <a:off x="2770402" y="2818203"/>
            <a:ext cx="1437055" cy="46574"/>
          </a:xfrm>
          <a:prstGeom prst="line">
            <a:avLst/>
          </a:prstGeom>
          <a:ln/>
        </p:spPr>
        <p:style>
          <a:lnRef idx="1">
            <a:schemeClr val="accent2"/>
          </a:lnRef>
          <a:fillRef idx="0">
            <a:schemeClr val="accent2"/>
          </a:fillRef>
          <a:effectRef idx="0">
            <a:schemeClr val="accent2"/>
          </a:effectRef>
          <a:fontRef idx="minor">
            <a:schemeClr val="tx1"/>
          </a:fontRef>
        </p:style>
      </p:cxnSp>
      <p:pic>
        <p:nvPicPr>
          <p:cNvPr id="5" name="Picture 4">
            <a:extLst>
              <a:ext uri="{FF2B5EF4-FFF2-40B4-BE49-F238E27FC236}">
                <a16:creationId xmlns:a16="http://schemas.microsoft.com/office/drawing/2014/main" id="{128EF6CE-0668-C253-AF54-0C8605F6175F}"/>
              </a:ext>
            </a:extLst>
          </p:cNvPr>
          <p:cNvPicPr>
            <a:picLocks noChangeAspect="1"/>
          </p:cNvPicPr>
          <p:nvPr/>
        </p:nvPicPr>
        <p:blipFill>
          <a:blip r:embed="rId6"/>
          <a:stretch>
            <a:fillRect/>
          </a:stretch>
        </p:blipFill>
        <p:spPr>
          <a:xfrm>
            <a:off x="2318139" y="4098551"/>
            <a:ext cx="3778637" cy="2603463"/>
          </a:xfrm>
          <a:prstGeom prst="rect">
            <a:avLst/>
          </a:prstGeom>
          <a:ln>
            <a:solidFill>
              <a:schemeClr val="tx2"/>
            </a:solidFill>
          </a:ln>
        </p:spPr>
      </p:pic>
      <p:sp>
        <p:nvSpPr>
          <p:cNvPr id="30" name="TextBox 29">
            <a:extLst>
              <a:ext uri="{FF2B5EF4-FFF2-40B4-BE49-F238E27FC236}">
                <a16:creationId xmlns:a16="http://schemas.microsoft.com/office/drawing/2014/main" id="{95D7ED27-F21E-58AD-25DA-9CCDFA8B44B5}"/>
              </a:ext>
            </a:extLst>
          </p:cNvPr>
          <p:cNvSpPr txBox="1"/>
          <p:nvPr/>
        </p:nvSpPr>
        <p:spPr>
          <a:xfrm>
            <a:off x="96277" y="4738562"/>
            <a:ext cx="2869696" cy="1323439"/>
          </a:xfrm>
          <a:prstGeom prst="rect">
            <a:avLst/>
          </a:prstGeom>
          <a:solidFill>
            <a:schemeClr val="bg1">
              <a:alpha val="40000"/>
            </a:schemeClr>
          </a:solidFill>
        </p:spPr>
        <p:txBody>
          <a:bodyPr wrap="none" rtlCol="0">
            <a:spAutoFit/>
          </a:bodyPr>
          <a:lstStyle/>
          <a:p>
            <a:r>
              <a:rPr lang="en-US" sz="2000" i="1">
                <a:solidFill>
                  <a:schemeClr val="accent2"/>
                </a:solidFill>
                <a:latin typeface="Arial" pitchFamily="34" charset="0"/>
                <a:cs typeface="Arial" pitchFamily="34" charset="0"/>
              </a:rPr>
              <a:t>TR module:</a:t>
            </a:r>
          </a:p>
          <a:p>
            <a:pPr marL="342900" indent="-342900">
              <a:buFontTx/>
              <a:buChar char="-"/>
            </a:pPr>
            <a:r>
              <a:rPr lang="en-US" sz="2000">
                <a:latin typeface="Arial" pitchFamily="34" charset="0"/>
                <a:cs typeface="Arial" pitchFamily="34" charset="0"/>
              </a:rPr>
              <a:t>S-parameters</a:t>
            </a:r>
          </a:p>
          <a:p>
            <a:pPr marL="342900" indent="-342900">
              <a:buFontTx/>
              <a:buChar char="-"/>
            </a:pPr>
            <a:r>
              <a:rPr lang="en-US" sz="2000">
                <a:latin typeface="Arial" pitchFamily="34" charset="0"/>
                <a:cs typeface="Arial" pitchFamily="34" charset="0"/>
              </a:rPr>
              <a:t>AM-AM/AM-PM</a:t>
            </a:r>
          </a:p>
          <a:p>
            <a:pPr marL="342900" indent="-342900">
              <a:buFontTx/>
              <a:buChar char="-"/>
            </a:pPr>
            <a:r>
              <a:rPr lang="en-US" sz="2000">
                <a:latin typeface="Arial" pitchFamily="34" charset="0"/>
                <a:cs typeface="Arial" pitchFamily="34" charset="0"/>
              </a:rPr>
              <a:t>Losses and coupling</a:t>
            </a:r>
          </a:p>
        </p:txBody>
      </p:sp>
      <p:pic>
        <p:nvPicPr>
          <p:cNvPr id="17" name="Picture 16">
            <a:extLst>
              <a:ext uri="{FF2B5EF4-FFF2-40B4-BE49-F238E27FC236}">
                <a16:creationId xmlns:a16="http://schemas.microsoft.com/office/drawing/2014/main" id="{F15EE51B-923C-8BC5-228C-EE6B93734CE9}"/>
              </a:ext>
            </a:extLst>
          </p:cNvPr>
          <p:cNvPicPr>
            <a:picLocks noChangeAspect="1"/>
          </p:cNvPicPr>
          <p:nvPr/>
        </p:nvPicPr>
        <p:blipFill>
          <a:blip r:embed="rId7"/>
          <a:stretch>
            <a:fillRect/>
          </a:stretch>
        </p:blipFill>
        <p:spPr>
          <a:xfrm>
            <a:off x="8982349" y="5668505"/>
            <a:ext cx="3091458" cy="546838"/>
          </a:xfrm>
          <a:prstGeom prst="rect">
            <a:avLst/>
          </a:prstGeom>
        </p:spPr>
      </p:pic>
    </p:spTree>
    <p:extLst>
      <p:ext uri="{BB962C8B-B14F-4D97-AF65-F5344CB8AC3E}">
        <p14:creationId xmlns:p14="http://schemas.microsoft.com/office/powerpoint/2010/main" val="19779436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8D314232-ADC9-F737-91E8-70259ED16E61}"/>
              </a:ext>
            </a:extLst>
          </p:cNvPr>
          <p:cNvPicPr>
            <a:picLocks noChangeAspect="1"/>
          </p:cNvPicPr>
          <p:nvPr/>
        </p:nvPicPr>
        <p:blipFill>
          <a:blip r:embed="rId2"/>
          <a:stretch>
            <a:fillRect/>
          </a:stretch>
        </p:blipFill>
        <p:spPr>
          <a:xfrm>
            <a:off x="2484092" y="986760"/>
            <a:ext cx="5593599" cy="2844666"/>
          </a:xfrm>
          <a:prstGeom prst="rect">
            <a:avLst/>
          </a:prstGeom>
        </p:spPr>
      </p:pic>
      <p:pic>
        <p:nvPicPr>
          <p:cNvPr id="15" name="Picture 14">
            <a:extLst>
              <a:ext uri="{FF2B5EF4-FFF2-40B4-BE49-F238E27FC236}">
                <a16:creationId xmlns:a16="http://schemas.microsoft.com/office/drawing/2014/main" id="{6B0DDEC0-ADFF-5C05-7283-6C324FE55559}"/>
              </a:ext>
            </a:extLst>
          </p:cNvPr>
          <p:cNvPicPr>
            <a:picLocks noChangeAspect="1"/>
          </p:cNvPicPr>
          <p:nvPr/>
        </p:nvPicPr>
        <p:blipFill>
          <a:blip r:embed="rId3"/>
          <a:stretch>
            <a:fillRect/>
          </a:stretch>
        </p:blipFill>
        <p:spPr>
          <a:xfrm>
            <a:off x="8978504" y="3782655"/>
            <a:ext cx="3091458" cy="2405225"/>
          </a:xfrm>
          <a:prstGeom prst="rect">
            <a:avLst/>
          </a:prstGeom>
        </p:spPr>
      </p:pic>
      <p:pic>
        <p:nvPicPr>
          <p:cNvPr id="3" name="Picture 2">
            <a:extLst>
              <a:ext uri="{FF2B5EF4-FFF2-40B4-BE49-F238E27FC236}">
                <a16:creationId xmlns:a16="http://schemas.microsoft.com/office/drawing/2014/main" id="{ED9301FB-AD66-4E83-7A70-7ABA4D78209D}"/>
              </a:ext>
            </a:extLst>
          </p:cNvPr>
          <p:cNvPicPr>
            <a:picLocks noChangeAspect="1"/>
          </p:cNvPicPr>
          <p:nvPr/>
        </p:nvPicPr>
        <p:blipFill>
          <a:blip r:embed="rId4"/>
          <a:stretch>
            <a:fillRect/>
          </a:stretch>
        </p:blipFill>
        <p:spPr>
          <a:xfrm>
            <a:off x="6242099" y="3888945"/>
            <a:ext cx="2378484" cy="2844667"/>
          </a:xfrm>
          <a:prstGeom prst="rect">
            <a:avLst/>
          </a:prstGeom>
        </p:spPr>
      </p:pic>
      <p:pic>
        <p:nvPicPr>
          <p:cNvPr id="5" name="Picture 4">
            <a:extLst>
              <a:ext uri="{FF2B5EF4-FFF2-40B4-BE49-F238E27FC236}">
                <a16:creationId xmlns:a16="http://schemas.microsoft.com/office/drawing/2014/main" id="{128EF6CE-0668-C253-AF54-0C8605F6175F}"/>
              </a:ext>
            </a:extLst>
          </p:cNvPr>
          <p:cNvPicPr>
            <a:picLocks noChangeAspect="1"/>
          </p:cNvPicPr>
          <p:nvPr/>
        </p:nvPicPr>
        <p:blipFill>
          <a:blip r:embed="rId5"/>
          <a:stretch>
            <a:fillRect/>
          </a:stretch>
        </p:blipFill>
        <p:spPr>
          <a:xfrm>
            <a:off x="2313886" y="4098551"/>
            <a:ext cx="3778637" cy="2603463"/>
          </a:xfrm>
          <a:prstGeom prst="rect">
            <a:avLst/>
          </a:prstGeom>
          <a:ln>
            <a:solidFill>
              <a:schemeClr val="tx2"/>
            </a:solidFill>
          </a:ln>
        </p:spPr>
      </p:pic>
      <p:sp>
        <p:nvSpPr>
          <p:cNvPr id="2" name="Title 1">
            <a:extLst>
              <a:ext uri="{FF2B5EF4-FFF2-40B4-BE49-F238E27FC236}">
                <a16:creationId xmlns:a16="http://schemas.microsoft.com/office/drawing/2014/main" id="{CD1641D0-5612-EC6F-DD10-37D1337B3050}"/>
              </a:ext>
            </a:extLst>
          </p:cNvPr>
          <p:cNvSpPr>
            <a:spLocks noGrp="1"/>
          </p:cNvSpPr>
          <p:nvPr>
            <p:ph type="title"/>
          </p:nvPr>
        </p:nvSpPr>
        <p:spPr/>
        <p:txBody>
          <a:bodyPr/>
          <a:lstStyle/>
          <a:p>
            <a:r>
              <a:rPr lang="en-US"/>
              <a:t>Radar System with TR Module and Beamforming</a:t>
            </a:r>
          </a:p>
        </p:txBody>
      </p:sp>
      <p:cxnSp>
        <p:nvCxnSpPr>
          <p:cNvPr id="18" name="Straight Connector 17">
            <a:extLst>
              <a:ext uri="{FF2B5EF4-FFF2-40B4-BE49-F238E27FC236}">
                <a16:creationId xmlns:a16="http://schemas.microsoft.com/office/drawing/2014/main" id="{7AA681BA-FB21-5A47-70D9-9A0972076611}"/>
              </a:ext>
            </a:extLst>
          </p:cNvPr>
          <p:cNvCxnSpPr>
            <a:cxnSpLocks/>
            <a:endCxn id="5" idx="0"/>
          </p:cNvCxnSpPr>
          <p:nvPr/>
        </p:nvCxnSpPr>
        <p:spPr>
          <a:xfrm flipH="1">
            <a:off x="4203205" y="2955248"/>
            <a:ext cx="810019" cy="1143303"/>
          </a:xfrm>
          <a:prstGeom prst="line">
            <a:avLst/>
          </a:prstGeom>
          <a:ln/>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1075B58C-2EFA-2CB3-39CE-7DD3B0ADC28D}"/>
              </a:ext>
            </a:extLst>
          </p:cNvPr>
          <p:cNvSpPr txBox="1"/>
          <p:nvPr/>
        </p:nvSpPr>
        <p:spPr>
          <a:xfrm rot="18351892">
            <a:off x="3704296" y="3288314"/>
            <a:ext cx="1205971" cy="400110"/>
          </a:xfrm>
          <a:prstGeom prst="rect">
            <a:avLst/>
          </a:prstGeom>
          <a:solidFill>
            <a:schemeClr val="bg1">
              <a:alpha val="40000"/>
            </a:schemeClr>
          </a:solidFill>
        </p:spPr>
        <p:txBody>
          <a:bodyPr wrap="none" rtlCol="0">
            <a:spAutoFit/>
          </a:bodyPr>
          <a:lstStyle/>
          <a:p>
            <a:r>
              <a:rPr lang="en-US" sz="2000" i="1">
                <a:solidFill>
                  <a:schemeClr val="accent2"/>
                </a:solidFill>
                <a:latin typeface="Arial" pitchFamily="34" charset="0"/>
                <a:cs typeface="Arial" pitchFamily="34" charset="0"/>
              </a:rPr>
              <a:t>For-each</a:t>
            </a:r>
          </a:p>
        </p:txBody>
      </p:sp>
      <p:cxnSp>
        <p:nvCxnSpPr>
          <p:cNvPr id="25" name="Straight Connector 24">
            <a:extLst>
              <a:ext uri="{FF2B5EF4-FFF2-40B4-BE49-F238E27FC236}">
                <a16:creationId xmlns:a16="http://schemas.microsoft.com/office/drawing/2014/main" id="{E029FBAD-9BFD-5093-83CB-D122E0BC22E7}"/>
              </a:ext>
            </a:extLst>
          </p:cNvPr>
          <p:cNvCxnSpPr>
            <a:cxnSpLocks/>
          </p:cNvCxnSpPr>
          <p:nvPr/>
        </p:nvCxnSpPr>
        <p:spPr>
          <a:xfrm>
            <a:off x="6300677" y="3267777"/>
            <a:ext cx="1130664" cy="629710"/>
          </a:xfrm>
          <a:prstGeom prst="line">
            <a:avLst/>
          </a:prstGeom>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DCAF5C1E-CFF9-63C3-D351-52C43FE4E3CF}"/>
              </a:ext>
            </a:extLst>
          </p:cNvPr>
          <p:cNvSpPr txBox="1"/>
          <p:nvPr/>
        </p:nvSpPr>
        <p:spPr>
          <a:xfrm>
            <a:off x="7086600" y="6283438"/>
            <a:ext cx="4801314" cy="400110"/>
          </a:xfrm>
          <a:prstGeom prst="rect">
            <a:avLst/>
          </a:prstGeom>
          <a:noFill/>
        </p:spPr>
        <p:txBody>
          <a:bodyPr wrap="square" rtlCol="0">
            <a:spAutoFit/>
          </a:bodyPr>
          <a:lstStyle/>
          <a:p>
            <a:pPr algn="r"/>
            <a:r>
              <a:rPr lang="en-US" sz="2000" b="1" err="1">
                <a:latin typeface="Courier New" panose="02070309020205020404" pitchFamily="49" charset="0"/>
                <a:cs typeface="Courier New" panose="02070309020205020404" pitchFamily="49" charset="0"/>
              </a:rPr>
              <a:t>RadarArray_TRM_Beamforming.slx</a:t>
            </a:r>
            <a:r>
              <a:rPr lang="en-US" sz="2000" b="1">
                <a:latin typeface="Courier New" panose="02070309020205020404" pitchFamily="49" charset="0"/>
                <a:cs typeface="Courier New" panose="02070309020205020404" pitchFamily="49" charset="0"/>
              </a:rPr>
              <a:t> </a:t>
            </a:r>
          </a:p>
        </p:txBody>
      </p:sp>
      <p:sp>
        <p:nvSpPr>
          <p:cNvPr id="23" name="TextBox 22">
            <a:extLst>
              <a:ext uri="{FF2B5EF4-FFF2-40B4-BE49-F238E27FC236}">
                <a16:creationId xmlns:a16="http://schemas.microsoft.com/office/drawing/2014/main" id="{A3870029-8842-F42E-7342-06A0ED7A4F75}"/>
              </a:ext>
            </a:extLst>
          </p:cNvPr>
          <p:cNvSpPr txBox="1"/>
          <p:nvPr/>
        </p:nvSpPr>
        <p:spPr>
          <a:xfrm>
            <a:off x="11079855" y="260059"/>
            <a:ext cx="1009223" cy="397195"/>
          </a:xfrm>
          <a:prstGeom prst="rect">
            <a:avLst/>
          </a:prstGeom>
          <a:noFill/>
        </p:spPr>
        <p:txBody>
          <a:bodyPr wrap="square" rtlCol="0">
            <a:spAutoFit/>
          </a:bodyPr>
          <a:lstStyle/>
          <a:p>
            <a:r>
              <a:rPr lang="en-US" sz="2000" b="1">
                <a:solidFill>
                  <a:schemeClr val="accent1"/>
                </a:solidFill>
                <a:latin typeface="Arial" pitchFamily="34" charset="0"/>
                <a:cs typeface="Arial" pitchFamily="34" charset="0"/>
              </a:rPr>
              <a:t>DEMO</a:t>
            </a:r>
            <a:endParaRPr lang="en-NL" sz="2000" b="1">
              <a:solidFill>
                <a:schemeClr val="accent1"/>
              </a:solidFill>
              <a:latin typeface="Arial" pitchFamily="34" charset="0"/>
              <a:cs typeface="Arial" pitchFamily="34" charset="0"/>
            </a:endParaRPr>
          </a:p>
        </p:txBody>
      </p:sp>
      <p:sp>
        <p:nvSpPr>
          <p:cNvPr id="26" name="TextBox 25">
            <a:extLst>
              <a:ext uri="{FF2B5EF4-FFF2-40B4-BE49-F238E27FC236}">
                <a16:creationId xmlns:a16="http://schemas.microsoft.com/office/drawing/2014/main" id="{8E620FBC-CB48-62F6-5824-880A531B37F9}"/>
              </a:ext>
            </a:extLst>
          </p:cNvPr>
          <p:cNvSpPr txBox="1"/>
          <p:nvPr/>
        </p:nvSpPr>
        <p:spPr>
          <a:xfrm>
            <a:off x="7377549" y="3446100"/>
            <a:ext cx="1273234" cy="400110"/>
          </a:xfrm>
          <a:prstGeom prst="rect">
            <a:avLst/>
          </a:prstGeom>
          <a:solidFill>
            <a:schemeClr val="bg1"/>
          </a:solidFill>
        </p:spPr>
        <p:txBody>
          <a:bodyPr wrap="none" rtlCol="0">
            <a:spAutoFit/>
          </a:bodyPr>
          <a:lstStyle/>
          <a:p>
            <a:r>
              <a:rPr lang="en-US" sz="2000" i="1">
                <a:solidFill>
                  <a:schemeClr val="accent2"/>
                </a:solidFill>
                <a:latin typeface="Arial" pitchFamily="34" charset="0"/>
                <a:cs typeface="Arial" pitchFamily="34" charset="0"/>
              </a:rPr>
              <a:t>Full Array</a:t>
            </a:r>
          </a:p>
        </p:txBody>
      </p:sp>
      <p:cxnSp>
        <p:nvCxnSpPr>
          <p:cNvPr id="29" name="Straight Connector 28">
            <a:extLst>
              <a:ext uri="{FF2B5EF4-FFF2-40B4-BE49-F238E27FC236}">
                <a16:creationId xmlns:a16="http://schemas.microsoft.com/office/drawing/2014/main" id="{CD538B14-7B43-AF77-AE3B-F9B0AA46449D}"/>
              </a:ext>
            </a:extLst>
          </p:cNvPr>
          <p:cNvCxnSpPr>
            <a:cxnSpLocks/>
          </p:cNvCxnSpPr>
          <p:nvPr/>
        </p:nvCxnSpPr>
        <p:spPr>
          <a:xfrm>
            <a:off x="6391175" y="3590223"/>
            <a:ext cx="1040166" cy="307264"/>
          </a:xfrm>
          <a:prstGeom prst="line">
            <a:avLst/>
          </a:prstGeom>
          <a:ln/>
        </p:spPr>
        <p:style>
          <a:lnRef idx="1">
            <a:schemeClr val="accent2"/>
          </a:lnRef>
          <a:fillRef idx="0">
            <a:schemeClr val="accent2"/>
          </a:fillRef>
          <a:effectRef idx="0">
            <a:schemeClr val="accent2"/>
          </a:effectRef>
          <a:fontRef idx="minor">
            <a:schemeClr val="tx1"/>
          </a:fontRef>
        </p:style>
      </p:cxnSp>
      <p:sp>
        <p:nvSpPr>
          <p:cNvPr id="19" name="TextBox 18">
            <a:extLst>
              <a:ext uri="{FF2B5EF4-FFF2-40B4-BE49-F238E27FC236}">
                <a16:creationId xmlns:a16="http://schemas.microsoft.com/office/drawing/2014/main" id="{009A4103-E136-A1B0-0F7F-12CBB2042AC8}"/>
              </a:ext>
            </a:extLst>
          </p:cNvPr>
          <p:cNvSpPr txBox="1"/>
          <p:nvPr/>
        </p:nvSpPr>
        <p:spPr>
          <a:xfrm>
            <a:off x="583266" y="3057557"/>
            <a:ext cx="2478564" cy="400110"/>
          </a:xfrm>
          <a:prstGeom prst="rect">
            <a:avLst/>
          </a:prstGeom>
          <a:solidFill>
            <a:schemeClr val="bg1"/>
          </a:solidFill>
        </p:spPr>
        <p:txBody>
          <a:bodyPr wrap="none" rtlCol="0">
            <a:spAutoFit/>
          </a:bodyPr>
          <a:lstStyle/>
          <a:p>
            <a:r>
              <a:rPr lang="en-US" sz="2000" i="1">
                <a:solidFill>
                  <a:schemeClr val="accent2"/>
                </a:solidFill>
                <a:latin typeface="Arial" pitchFamily="34" charset="0"/>
                <a:cs typeface="Arial" pitchFamily="34" charset="0"/>
              </a:rPr>
              <a:t>Beamforming angle</a:t>
            </a:r>
          </a:p>
        </p:txBody>
      </p:sp>
      <p:cxnSp>
        <p:nvCxnSpPr>
          <p:cNvPr id="20" name="Straight Connector 19">
            <a:extLst>
              <a:ext uri="{FF2B5EF4-FFF2-40B4-BE49-F238E27FC236}">
                <a16:creationId xmlns:a16="http://schemas.microsoft.com/office/drawing/2014/main" id="{A2478692-6664-3A6E-78A5-36D1CC076208}"/>
              </a:ext>
            </a:extLst>
          </p:cNvPr>
          <p:cNvCxnSpPr>
            <a:cxnSpLocks/>
          </p:cNvCxnSpPr>
          <p:nvPr/>
        </p:nvCxnSpPr>
        <p:spPr>
          <a:xfrm flipH="1">
            <a:off x="2258355" y="2781380"/>
            <a:ext cx="1335450" cy="378616"/>
          </a:xfrm>
          <a:prstGeom prst="line">
            <a:avLst/>
          </a:prstGeom>
          <a:ln/>
        </p:spPr>
        <p:style>
          <a:lnRef idx="1">
            <a:schemeClr val="accent2"/>
          </a:lnRef>
          <a:fillRef idx="0">
            <a:schemeClr val="accent2"/>
          </a:fillRef>
          <a:effectRef idx="0">
            <a:schemeClr val="accent2"/>
          </a:effectRef>
          <a:fontRef idx="minor">
            <a:schemeClr val="tx1"/>
          </a:fontRef>
        </p:style>
      </p:cxnSp>
      <p:pic>
        <p:nvPicPr>
          <p:cNvPr id="10" name="Picture 9">
            <a:extLst>
              <a:ext uri="{FF2B5EF4-FFF2-40B4-BE49-F238E27FC236}">
                <a16:creationId xmlns:a16="http://schemas.microsoft.com/office/drawing/2014/main" id="{7250F47A-AA35-555D-EB38-F215DDF5307E}"/>
              </a:ext>
            </a:extLst>
          </p:cNvPr>
          <p:cNvPicPr>
            <a:picLocks noChangeAspect="1"/>
          </p:cNvPicPr>
          <p:nvPr/>
        </p:nvPicPr>
        <p:blipFill>
          <a:blip r:embed="rId6"/>
          <a:stretch>
            <a:fillRect/>
          </a:stretch>
        </p:blipFill>
        <p:spPr>
          <a:xfrm>
            <a:off x="8978125" y="590728"/>
            <a:ext cx="1911039" cy="3096369"/>
          </a:xfrm>
          <a:prstGeom prst="rect">
            <a:avLst/>
          </a:prstGeom>
        </p:spPr>
      </p:pic>
      <p:pic>
        <p:nvPicPr>
          <p:cNvPr id="27" name="Picture 26">
            <a:extLst>
              <a:ext uri="{FF2B5EF4-FFF2-40B4-BE49-F238E27FC236}">
                <a16:creationId xmlns:a16="http://schemas.microsoft.com/office/drawing/2014/main" id="{AE2D687E-D605-1DFD-8C6E-C7C9F9ADF6EB}"/>
              </a:ext>
            </a:extLst>
          </p:cNvPr>
          <p:cNvPicPr>
            <a:picLocks noChangeAspect="1"/>
          </p:cNvPicPr>
          <p:nvPr/>
        </p:nvPicPr>
        <p:blipFill>
          <a:blip r:embed="rId7"/>
          <a:stretch>
            <a:fillRect/>
          </a:stretch>
        </p:blipFill>
        <p:spPr>
          <a:xfrm>
            <a:off x="8978504" y="5610386"/>
            <a:ext cx="3091458" cy="577494"/>
          </a:xfrm>
          <a:prstGeom prst="rect">
            <a:avLst/>
          </a:prstGeom>
        </p:spPr>
      </p:pic>
    </p:spTree>
    <p:extLst>
      <p:ext uri="{BB962C8B-B14F-4D97-AF65-F5344CB8AC3E}">
        <p14:creationId xmlns:p14="http://schemas.microsoft.com/office/powerpoint/2010/main" val="5760854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5F1382C-B80F-1F31-084F-75A32D4F44E2}"/>
              </a:ext>
            </a:extLst>
          </p:cNvPr>
          <p:cNvPicPr>
            <a:picLocks noChangeAspect="1"/>
          </p:cNvPicPr>
          <p:nvPr/>
        </p:nvPicPr>
        <p:blipFill>
          <a:blip r:embed="rId2"/>
          <a:stretch>
            <a:fillRect/>
          </a:stretch>
        </p:blipFill>
        <p:spPr>
          <a:xfrm>
            <a:off x="606666" y="968746"/>
            <a:ext cx="11051931" cy="5397726"/>
          </a:xfrm>
          <a:prstGeom prst="rect">
            <a:avLst/>
          </a:prstGeom>
        </p:spPr>
      </p:pic>
      <p:sp>
        <p:nvSpPr>
          <p:cNvPr id="2" name="Title 1">
            <a:extLst>
              <a:ext uri="{FF2B5EF4-FFF2-40B4-BE49-F238E27FC236}">
                <a16:creationId xmlns:a16="http://schemas.microsoft.com/office/drawing/2014/main" id="{4DB3B97C-B2F5-17A3-CD03-E83B27CC8457}"/>
              </a:ext>
            </a:extLst>
          </p:cNvPr>
          <p:cNvSpPr>
            <a:spLocks noGrp="1"/>
          </p:cNvSpPr>
          <p:nvPr>
            <p:ph type="title"/>
          </p:nvPr>
        </p:nvSpPr>
        <p:spPr/>
        <p:txBody>
          <a:bodyPr/>
          <a:lstStyle/>
          <a:p>
            <a:r>
              <a:rPr lang="en-US"/>
              <a:t>Transmitter Specifications (Component Specs)</a:t>
            </a:r>
          </a:p>
        </p:txBody>
      </p:sp>
      <p:sp>
        <p:nvSpPr>
          <p:cNvPr id="8" name="Oval 7">
            <a:extLst>
              <a:ext uri="{FF2B5EF4-FFF2-40B4-BE49-F238E27FC236}">
                <a16:creationId xmlns:a16="http://schemas.microsoft.com/office/drawing/2014/main" id="{1002F5FB-E224-404C-D14F-5EA5BD73A42A}"/>
              </a:ext>
            </a:extLst>
          </p:cNvPr>
          <p:cNvSpPr/>
          <p:nvPr/>
        </p:nvSpPr>
        <p:spPr>
          <a:xfrm>
            <a:off x="10075708" y="4358199"/>
            <a:ext cx="1508758" cy="9906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9" name="TextBox 8">
            <a:extLst>
              <a:ext uri="{FF2B5EF4-FFF2-40B4-BE49-F238E27FC236}">
                <a16:creationId xmlns:a16="http://schemas.microsoft.com/office/drawing/2014/main" id="{4247A60F-AE5A-4537-099B-DACE1D32F5D8}"/>
              </a:ext>
            </a:extLst>
          </p:cNvPr>
          <p:cNvSpPr txBox="1"/>
          <p:nvPr/>
        </p:nvSpPr>
        <p:spPr>
          <a:xfrm>
            <a:off x="11079855" y="260059"/>
            <a:ext cx="1009223" cy="397195"/>
          </a:xfrm>
          <a:prstGeom prst="rect">
            <a:avLst/>
          </a:prstGeom>
          <a:noFill/>
        </p:spPr>
        <p:txBody>
          <a:bodyPr wrap="square" rtlCol="0">
            <a:spAutoFit/>
          </a:bodyPr>
          <a:lstStyle/>
          <a:p>
            <a:r>
              <a:rPr lang="en-US" sz="2000" b="1">
                <a:solidFill>
                  <a:schemeClr val="accent1"/>
                </a:solidFill>
                <a:latin typeface="Arial" pitchFamily="34" charset="0"/>
                <a:cs typeface="Arial" pitchFamily="34" charset="0"/>
              </a:rPr>
              <a:t>DEMO</a:t>
            </a:r>
            <a:endParaRPr lang="en-NL" sz="2000" b="1">
              <a:solidFill>
                <a:schemeClr val="accent1"/>
              </a:solidFill>
              <a:latin typeface="Arial" pitchFamily="34" charset="0"/>
              <a:cs typeface="Arial" pitchFamily="34" charset="0"/>
            </a:endParaRPr>
          </a:p>
        </p:txBody>
      </p:sp>
      <p:sp>
        <p:nvSpPr>
          <p:cNvPr id="5" name="TextBox 4">
            <a:extLst>
              <a:ext uri="{FF2B5EF4-FFF2-40B4-BE49-F238E27FC236}">
                <a16:creationId xmlns:a16="http://schemas.microsoft.com/office/drawing/2014/main" id="{64037D20-C6FB-2379-4F21-FBEDAC87A53C}"/>
              </a:ext>
            </a:extLst>
          </p:cNvPr>
          <p:cNvSpPr txBox="1"/>
          <p:nvPr/>
        </p:nvSpPr>
        <p:spPr>
          <a:xfrm>
            <a:off x="7860370" y="6139617"/>
            <a:ext cx="3724096" cy="400110"/>
          </a:xfrm>
          <a:prstGeom prst="rect">
            <a:avLst/>
          </a:prstGeom>
          <a:noFill/>
        </p:spPr>
        <p:txBody>
          <a:bodyPr wrap="none" rtlCol="0">
            <a:spAutoFit/>
          </a:bodyPr>
          <a:lstStyle/>
          <a:p>
            <a:r>
              <a:rPr lang="en-US" sz="2000" b="1" err="1">
                <a:latin typeface="Courier New" panose="02070309020205020404" pitchFamily="49" charset="0"/>
                <a:cs typeface="Courier New" panose="02070309020205020404" pitchFamily="49" charset="0"/>
              </a:rPr>
              <a:t>Budget_TX_DataSheet.mat</a:t>
            </a:r>
            <a:endParaRPr lang="en-US" sz="2000" b="1">
              <a:latin typeface="Courier New" panose="02070309020205020404" pitchFamily="49" charset="0"/>
              <a:cs typeface="Courier New" panose="02070309020205020404" pitchFamily="49" charset="0"/>
            </a:endParaRPr>
          </a:p>
        </p:txBody>
      </p:sp>
      <p:sp>
        <p:nvSpPr>
          <p:cNvPr id="14" name="Oval 13">
            <a:extLst>
              <a:ext uri="{FF2B5EF4-FFF2-40B4-BE49-F238E27FC236}">
                <a16:creationId xmlns:a16="http://schemas.microsoft.com/office/drawing/2014/main" id="{ACC9C692-999C-07FE-FA28-0E216FDBA8AD}"/>
              </a:ext>
            </a:extLst>
          </p:cNvPr>
          <p:cNvSpPr/>
          <p:nvPr/>
        </p:nvSpPr>
        <p:spPr>
          <a:xfrm>
            <a:off x="3997839" y="2322893"/>
            <a:ext cx="588264" cy="143408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5" name="Oval 14">
            <a:extLst>
              <a:ext uri="{FF2B5EF4-FFF2-40B4-BE49-F238E27FC236}">
                <a16:creationId xmlns:a16="http://schemas.microsoft.com/office/drawing/2014/main" id="{2E8DE35A-0645-B806-8F31-B9F7D2234CB4}"/>
              </a:ext>
            </a:extLst>
          </p:cNvPr>
          <p:cNvSpPr/>
          <p:nvPr/>
        </p:nvSpPr>
        <p:spPr>
          <a:xfrm>
            <a:off x="9134154" y="2359624"/>
            <a:ext cx="588264" cy="143408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6" name="Oval 15">
            <a:extLst>
              <a:ext uri="{FF2B5EF4-FFF2-40B4-BE49-F238E27FC236}">
                <a16:creationId xmlns:a16="http://schemas.microsoft.com/office/drawing/2014/main" id="{65C52900-A946-B64D-983D-5D634E612977}"/>
              </a:ext>
            </a:extLst>
          </p:cNvPr>
          <p:cNvSpPr/>
          <p:nvPr/>
        </p:nvSpPr>
        <p:spPr>
          <a:xfrm>
            <a:off x="9749850" y="2386584"/>
            <a:ext cx="588264" cy="143408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9" name="Oval 18">
            <a:extLst>
              <a:ext uri="{FF2B5EF4-FFF2-40B4-BE49-F238E27FC236}">
                <a16:creationId xmlns:a16="http://schemas.microsoft.com/office/drawing/2014/main" id="{A2A8B475-9FC2-3174-FA49-E58F7CFE209E}"/>
              </a:ext>
            </a:extLst>
          </p:cNvPr>
          <p:cNvSpPr/>
          <p:nvPr/>
        </p:nvSpPr>
        <p:spPr>
          <a:xfrm>
            <a:off x="5711059" y="2291122"/>
            <a:ext cx="588264" cy="143408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0" name="Oval 19">
            <a:extLst>
              <a:ext uri="{FF2B5EF4-FFF2-40B4-BE49-F238E27FC236}">
                <a16:creationId xmlns:a16="http://schemas.microsoft.com/office/drawing/2014/main" id="{64AFEC4D-FB1D-5D30-F005-C84953702325}"/>
              </a:ext>
            </a:extLst>
          </p:cNvPr>
          <p:cNvSpPr/>
          <p:nvPr/>
        </p:nvSpPr>
        <p:spPr>
          <a:xfrm>
            <a:off x="8573348" y="2360097"/>
            <a:ext cx="588264" cy="143408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Tree>
    <p:extLst>
      <p:ext uri="{BB962C8B-B14F-4D97-AF65-F5344CB8AC3E}">
        <p14:creationId xmlns:p14="http://schemas.microsoft.com/office/powerpoint/2010/main" val="17388600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549A3-9CC9-F914-D76D-65831C6A187E}"/>
              </a:ext>
            </a:extLst>
          </p:cNvPr>
          <p:cNvSpPr>
            <a:spLocks noGrp="1"/>
          </p:cNvSpPr>
          <p:nvPr>
            <p:ph type="title"/>
          </p:nvPr>
        </p:nvSpPr>
        <p:spPr/>
        <p:txBody>
          <a:bodyPr/>
          <a:lstStyle/>
          <a:p>
            <a:r>
              <a:rPr lang="en-US"/>
              <a:t>Transmitter Specifications: HB Analysis – PA in Compression</a:t>
            </a:r>
            <a:endParaRPr lang="LID4096"/>
          </a:p>
        </p:txBody>
      </p:sp>
      <p:pic>
        <p:nvPicPr>
          <p:cNvPr id="7" name="Picture 6">
            <a:extLst>
              <a:ext uri="{FF2B5EF4-FFF2-40B4-BE49-F238E27FC236}">
                <a16:creationId xmlns:a16="http://schemas.microsoft.com/office/drawing/2014/main" id="{EB257783-644C-D008-4AB1-08DF998045E1}"/>
              </a:ext>
            </a:extLst>
          </p:cNvPr>
          <p:cNvPicPr>
            <a:picLocks noChangeAspect="1"/>
          </p:cNvPicPr>
          <p:nvPr/>
        </p:nvPicPr>
        <p:blipFill>
          <a:blip r:embed="rId2"/>
          <a:stretch>
            <a:fillRect/>
          </a:stretch>
        </p:blipFill>
        <p:spPr>
          <a:xfrm>
            <a:off x="603503" y="969264"/>
            <a:ext cx="9242245" cy="5437232"/>
          </a:xfrm>
          <a:prstGeom prst="rect">
            <a:avLst/>
          </a:prstGeom>
        </p:spPr>
      </p:pic>
      <p:sp>
        <p:nvSpPr>
          <p:cNvPr id="8" name="Oval 7">
            <a:extLst>
              <a:ext uri="{FF2B5EF4-FFF2-40B4-BE49-F238E27FC236}">
                <a16:creationId xmlns:a16="http://schemas.microsoft.com/office/drawing/2014/main" id="{1CA7F653-34A2-AC40-757B-2BAF7F4F40FC}"/>
              </a:ext>
            </a:extLst>
          </p:cNvPr>
          <p:cNvSpPr/>
          <p:nvPr/>
        </p:nvSpPr>
        <p:spPr>
          <a:xfrm>
            <a:off x="9257848" y="4361349"/>
            <a:ext cx="800228" cy="488198"/>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9" name="Oval 8">
            <a:extLst>
              <a:ext uri="{FF2B5EF4-FFF2-40B4-BE49-F238E27FC236}">
                <a16:creationId xmlns:a16="http://schemas.microsoft.com/office/drawing/2014/main" id="{E7F7A362-63CE-2C64-91C1-2156E48D8930}"/>
              </a:ext>
            </a:extLst>
          </p:cNvPr>
          <p:cNvSpPr/>
          <p:nvPr/>
        </p:nvSpPr>
        <p:spPr>
          <a:xfrm>
            <a:off x="7598126" y="2149986"/>
            <a:ext cx="588264" cy="14735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0" name="TextBox 9">
            <a:extLst>
              <a:ext uri="{FF2B5EF4-FFF2-40B4-BE49-F238E27FC236}">
                <a16:creationId xmlns:a16="http://schemas.microsoft.com/office/drawing/2014/main" id="{0B892DBF-A4DD-984F-37E0-D2794CA90D03}"/>
              </a:ext>
            </a:extLst>
          </p:cNvPr>
          <p:cNvSpPr txBox="1"/>
          <p:nvPr/>
        </p:nvSpPr>
        <p:spPr>
          <a:xfrm>
            <a:off x="9876650" y="3961239"/>
            <a:ext cx="2095638" cy="400110"/>
          </a:xfrm>
          <a:prstGeom prst="rect">
            <a:avLst/>
          </a:prstGeom>
          <a:solidFill>
            <a:schemeClr val="bg1"/>
          </a:solidFill>
        </p:spPr>
        <p:txBody>
          <a:bodyPr wrap="none" rtlCol="0">
            <a:spAutoFit/>
          </a:bodyPr>
          <a:lstStyle/>
          <a:p>
            <a:r>
              <a:rPr lang="en-US" sz="2000">
                <a:latin typeface="Arial" pitchFamily="34" charset="0"/>
                <a:cs typeface="Arial" pitchFamily="34" charset="0"/>
              </a:rPr>
              <a:t>EIRP ~ 78.5dBm</a:t>
            </a:r>
          </a:p>
        </p:txBody>
      </p:sp>
      <p:sp>
        <p:nvSpPr>
          <p:cNvPr id="12" name="TextBox 11">
            <a:extLst>
              <a:ext uri="{FF2B5EF4-FFF2-40B4-BE49-F238E27FC236}">
                <a16:creationId xmlns:a16="http://schemas.microsoft.com/office/drawing/2014/main" id="{A3B4D3DB-D2C4-3CC7-B6F6-BA8EE5BA04DF}"/>
              </a:ext>
            </a:extLst>
          </p:cNvPr>
          <p:cNvSpPr txBox="1"/>
          <p:nvPr/>
        </p:nvSpPr>
        <p:spPr>
          <a:xfrm>
            <a:off x="7860370" y="6139617"/>
            <a:ext cx="3724096" cy="400110"/>
          </a:xfrm>
          <a:prstGeom prst="rect">
            <a:avLst/>
          </a:prstGeom>
          <a:noFill/>
        </p:spPr>
        <p:txBody>
          <a:bodyPr wrap="none" rtlCol="0">
            <a:spAutoFit/>
          </a:bodyPr>
          <a:lstStyle/>
          <a:p>
            <a:r>
              <a:rPr lang="en-US" sz="2000" b="1" err="1">
                <a:latin typeface="Courier New" panose="02070309020205020404" pitchFamily="49" charset="0"/>
                <a:cs typeface="Courier New" panose="02070309020205020404" pitchFamily="49" charset="0"/>
              </a:rPr>
              <a:t>Budget_TX_DataSheet.mat</a:t>
            </a:r>
            <a:endParaRPr lang="en-US" sz="2000" b="1">
              <a:latin typeface="Courier New" panose="02070309020205020404" pitchFamily="49" charset="0"/>
              <a:cs typeface="Courier New" panose="02070309020205020404" pitchFamily="49" charset="0"/>
            </a:endParaRPr>
          </a:p>
        </p:txBody>
      </p:sp>
      <p:sp>
        <p:nvSpPr>
          <p:cNvPr id="13" name="TextBox 12">
            <a:extLst>
              <a:ext uri="{FF2B5EF4-FFF2-40B4-BE49-F238E27FC236}">
                <a16:creationId xmlns:a16="http://schemas.microsoft.com/office/drawing/2014/main" id="{A965D75E-9AB6-F97A-B0D1-A74DE5E89E47}"/>
              </a:ext>
            </a:extLst>
          </p:cNvPr>
          <p:cNvSpPr txBox="1"/>
          <p:nvPr/>
        </p:nvSpPr>
        <p:spPr>
          <a:xfrm>
            <a:off x="9722418" y="2096541"/>
            <a:ext cx="2393604" cy="400110"/>
          </a:xfrm>
          <a:prstGeom prst="rect">
            <a:avLst/>
          </a:prstGeom>
          <a:solidFill>
            <a:schemeClr val="bg1"/>
          </a:solidFill>
        </p:spPr>
        <p:txBody>
          <a:bodyPr wrap="none" rtlCol="0">
            <a:spAutoFit/>
          </a:bodyPr>
          <a:lstStyle/>
          <a:p>
            <a:r>
              <a:rPr lang="en-US" sz="2000">
                <a:latin typeface="Arial" pitchFamily="34" charset="0"/>
                <a:cs typeface="Arial" pitchFamily="34" charset="0"/>
              </a:rPr>
              <a:t>Saturating amplifier</a:t>
            </a:r>
          </a:p>
        </p:txBody>
      </p:sp>
    </p:spTree>
    <p:extLst>
      <p:ext uri="{BB962C8B-B14F-4D97-AF65-F5344CB8AC3E}">
        <p14:creationId xmlns:p14="http://schemas.microsoft.com/office/powerpoint/2010/main" val="17153363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ED76836-E561-0FCA-88D1-93ADDDC3A379}"/>
              </a:ext>
            </a:extLst>
          </p:cNvPr>
          <p:cNvPicPr>
            <a:picLocks noChangeAspect="1"/>
          </p:cNvPicPr>
          <p:nvPr/>
        </p:nvPicPr>
        <p:blipFill>
          <a:blip r:embed="rId2"/>
          <a:stretch>
            <a:fillRect/>
          </a:stretch>
        </p:blipFill>
        <p:spPr>
          <a:xfrm>
            <a:off x="606669" y="952498"/>
            <a:ext cx="11051928" cy="5397725"/>
          </a:xfrm>
          <a:prstGeom prst="rect">
            <a:avLst/>
          </a:prstGeom>
        </p:spPr>
      </p:pic>
      <p:sp>
        <p:nvSpPr>
          <p:cNvPr id="2" name="Title 1">
            <a:extLst>
              <a:ext uri="{FF2B5EF4-FFF2-40B4-BE49-F238E27FC236}">
                <a16:creationId xmlns:a16="http://schemas.microsoft.com/office/drawing/2014/main" id="{4DB3B97C-B2F5-17A3-CD03-E83B27CC8457}"/>
              </a:ext>
            </a:extLst>
          </p:cNvPr>
          <p:cNvSpPr>
            <a:spLocks noGrp="1"/>
          </p:cNvSpPr>
          <p:nvPr>
            <p:ph type="title"/>
          </p:nvPr>
        </p:nvSpPr>
        <p:spPr/>
        <p:txBody>
          <a:bodyPr/>
          <a:lstStyle/>
          <a:p>
            <a:r>
              <a:rPr lang="en-US"/>
              <a:t>Receiver Specifications (Component Specs)</a:t>
            </a:r>
          </a:p>
        </p:txBody>
      </p:sp>
      <p:sp>
        <p:nvSpPr>
          <p:cNvPr id="8" name="Oval 7">
            <a:extLst>
              <a:ext uri="{FF2B5EF4-FFF2-40B4-BE49-F238E27FC236}">
                <a16:creationId xmlns:a16="http://schemas.microsoft.com/office/drawing/2014/main" id="{1002F5FB-E224-404C-D14F-5EA5BD73A42A}"/>
              </a:ext>
            </a:extLst>
          </p:cNvPr>
          <p:cNvSpPr/>
          <p:nvPr/>
        </p:nvSpPr>
        <p:spPr>
          <a:xfrm>
            <a:off x="10467142" y="5044271"/>
            <a:ext cx="762000" cy="6096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9" name="TextBox 8">
            <a:extLst>
              <a:ext uri="{FF2B5EF4-FFF2-40B4-BE49-F238E27FC236}">
                <a16:creationId xmlns:a16="http://schemas.microsoft.com/office/drawing/2014/main" id="{15FFE51D-723A-F70F-FA0D-B5252E161BCB}"/>
              </a:ext>
            </a:extLst>
          </p:cNvPr>
          <p:cNvSpPr txBox="1"/>
          <p:nvPr/>
        </p:nvSpPr>
        <p:spPr>
          <a:xfrm>
            <a:off x="11079855" y="260059"/>
            <a:ext cx="1009223" cy="397195"/>
          </a:xfrm>
          <a:prstGeom prst="rect">
            <a:avLst/>
          </a:prstGeom>
          <a:noFill/>
        </p:spPr>
        <p:txBody>
          <a:bodyPr wrap="square" rtlCol="0">
            <a:spAutoFit/>
          </a:bodyPr>
          <a:lstStyle/>
          <a:p>
            <a:r>
              <a:rPr lang="en-US" sz="2000" b="1">
                <a:solidFill>
                  <a:schemeClr val="accent1"/>
                </a:solidFill>
                <a:latin typeface="Arial" pitchFamily="34" charset="0"/>
                <a:cs typeface="Arial" pitchFamily="34" charset="0"/>
              </a:rPr>
              <a:t>DEMO</a:t>
            </a:r>
            <a:endParaRPr lang="en-NL" sz="2000" b="1">
              <a:solidFill>
                <a:schemeClr val="accent1"/>
              </a:solidFill>
              <a:latin typeface="Arial" pitchFamily="34" charset="0"/>
              <a:cs typeface="Arial" pitchFamily="34" charset="0"/>
            </a:endParaRPr>
          </a:p>
        </p:txBody>
      </p:sp>
      <p:sp>
        <p:nvSpPr>
          <p:cNvPr id="6" name="Oval 5">
            <a:extLst>
              <a:ext uri="{FF2B5EF4-FFF2-40B4-BE49-F238E27FC236}">
                <a16:creationId xmlns:a16="http://schemas.microsoft.com/office/drawing/2014/main" id="{A9E6054E-C407-0D6C-B9B9-0823B4E9C858}"/>
              </a:ext>
            </a:extLst>
          </p:cNvPr>
          <p:cNvSpPr/>
          <p:nvPr/>
        </p:nvSpPr>
        <p:spPr>
          <a:xfrm>
            <a:off x="4526667" y="2303146"/>
            <a:ext cx="588264" cy="143408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1" name="Oval 10">
            <a:extLst>
              <a:ext uri="{FF2B5EF4-FFF2-40B4-BE49-F238E27FC236}">
                <a16:creationId xmlns:a16="http://schemas.microsoft.com/office/drawing/2014/main" id="{4295A5FD-9794-CDF3-F1ED-C1F3A3A840D3}"/>
              </a:ext>
            </a:extLst>
          </p:cNvPr>
          <p:cNvSpPr/>
          <p:nvPr/>
        </p:nvSpPr>
        <p:spPr>
          <a:xfrm>
            <a:off x="7421184" y="2359624"/>
            <a:ext cx="588264" cy="143408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2" name="Oval 11">
            <a:extLst>
              <a:ext uri="{FF2B5EF4-FFF2-40B4-BE49-F238E27FC236}">
                <a16:creationId xmlns:a16="http://schemas.microsoft.com/office/drawing/2014/main" id="{1F3728E1-57BA-128E-5BE1-527BF6D6EF52}"/>
              </a:ext>
            </a:extLst>
          </p:cNvPr>
          <p:cNvSpPr/>
          <p:nvPr/>
        </p:nvSpPr>
        <p:spPr>
          <a:xfrm>
            <a:off x="10303294" y="2382194"/>
            <a:ext cx="588264" cy="143408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3" name="Oval 12">
            <a:extLst>
              <a:ext uri="{FF2B5EF4-FFF2-40B4-BE49-F238E27FC236}">
                <a16:creationId xmlns:a16="http://schemas.microsoft.com/office/drawing/2014/main" id="{C8B9EADE-3EAD-64F8-A558-8B2AC123E97F}"/>
              </a:ext>
            </a:extLst>
          </p:cNvPr>
          <p:cNvSpPr/>
          <p:nvPr/>
        </p:nvSpPr>
        <p:spPr>
          <a:xfrm>
            <a:off x="5685997" y="2258208"/>
            <a:ext cx="588264" cy="143408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4" name="Oval 13">
            <a:extLst>
              <a:ext uri="{FF2B5EF4-FFF2-40B4-BE49-F238E27FC236}">
                <a16:creationId xmlns:a16="http://schemas.microsoft.com/office/drawing/2014/main" id="{9340213B-ED62-6FD5-5C47-260A15786574}"/>
              </a:ext>
            </a:extLst>
          </p:cNvPr>
          <p:cNvSpPr/>
          <p:nvPr/>
        </p:nvSpPr>
        <p:spPr>
          <a:xfrm>
            <a:off x="5102524" y="2303146"/>
            <a:ext cx="588264" cy="1434084"/>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5" name="TextBox 14">
            <a:extLst>
              <a:ext uri="{FF2B5EF4-FFF2-40B4-BE49-F238E27FC236}">
                <a16:creationId xmlns:a16="http://schemas.microsoft.com/office/drawing/2014/main" id="{E8C39D22-98D0-5A5D-7897-995C7B2498BB}"/>
              </a:ext>
            </a:extLst>
          </p:cNvPr>
          <p:cNvSpPr txBox="1"/>
          <p:nvPr/>
        </p:nvSpPr>
        <p:spPr>
          <a:xfrm>
            <a:off x="7860370" y="6139617"/>
            <a:ext cx="3724096" cy="400110"/>
          </a:xfrm>
          <a:prstGeom prst="rect">
            <a:avLst/>
          </a:prstGeom>
          <a:noFill/>
        </p:spPr>
        <p:txBody>
          <a:bodyPr wrap="none" rtlCol="0">
            <a:spAutoFit/>
          </a:bodyPr>
          <a:lstStyle/>
          <a:p>
            <a:r>
              <a:rPr lang="en-US" sz="2000" b="1" err="1">
                <a:latin typeface="Courier New" panose="02070309020205020404" pitchFamily="49" charset="0"/>
                <a:cs typeface="Courier New" panose="02070309020205020404" pitchFamily="49" charset="0"/>
              </a:rPr>
              <a:t>Budget_RX_DataSheet.mat</a:t>
            </a:r>
            <a:endParaRPr lang="en-US" sz="2000" b="1">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0868148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4DBEE1C-4816-B935-AFBC-FA76971083B6}"/>
              </a:ext>
            </a:extLst>
          </p:cNvPr>
          <p:cNvPicPr>
            <a:picLocks noChangeAspect="1"/>
          </p:cNvPicPr>
          <p:nvPr/>
        </p:nvPicPr>
        <p:blipFill>
          <a:blip r:embed="rId2"/>
          <a:stretch>
            <a:fillRect/>
          </a:stretch>
        </p:blipFill>
        <p:spPr>
          <a:xfrm>
            <a:off x="1366508" y="1002857"/>
            <a:ext cx="9313734" cy="5231336"/>
          </a:xfrm>
          <a:prstGeom prst="rect">
            <a:avLst/>
          </a:prstGeom>
        </p:spPr>
      </p:pic>
      <p:sp>
        <p:nvSpPr>
          <p:cNvPr id="3" name="Title 2">
            <a:extLst>
              <a:ext uri="{FF2B5EF4-FFF2-40B4-BE49-F238E27FC236}">
                <a16:creationId xmlns:a16="http://schemas.microsoft.com/office/drawing/2014/main" id="{B5636E78-AA43-ABEE-9AED-C43A1880F0C2}"/>
              </a:ext>
            </a:extLst>
          </p:cNvPr>
          <p:cNvSpPr>
            <a:spLocks noGrp="1"/>
          </p:cNvSpPr>
          <p:nvPr>
            <p:ph type="title"/>
          </p:nvPr>
        </p:nvSpPr>
        <p:spPr/>
        <p:txBody>
          <a:bodyPr/>
          <a:lstStyle/>
          <a:p>
            <a:r>
              <a:rPr lang="en-US"/>
              <a:t>TR Module: TX Mode Power Budget</a:t>
            </a:r>
          </a:p>
        </p:txBody>
      </p:sp>
      <p:sp>
        <p:nvSpPr>
          <p:cNvPr id="10" name="Oval 9">
            <a:extLst>
              <a:ext uri="{FF2B5EF4-FFF2-40B4-BE49-F238E27FC236}">
                <a16:creationId xmlns:a16="http://schemas.microsoft.com/office/drawing/2014/main" id="{C45935A0-A6B0-15F1-A8F4-21846F6F938F}"/>
              </a:ext>
            </a:extLst>
          </p:cNvPr>
          <p:cNvSpPr/>
          <p:nvPr/>
        </p:nvSpPr>
        <p:spPr>
          <a:xfrm>
            <a:off x="1705511" y="4265123"/>
            <a:ext cx="762000" cy="6096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1" name="TextBox 10">
            <a:extLst>
              <a:ext uri="{FF2B5EF4-FFF2-40B4-BE49-F238E27FC236}">
                <a16:creationId xmlns:a16="http://schemas.microsoft.com/office/drawing/2014/main" id="{7B13FB7A-826B-D4A3-AAEE-2C376F644F9A}"/>
              </a:ext>
            </a:extLst>
          </p:cNvPr>
          <p:cNvSpPr txBox="1"/>
          <p:nvPr/>
        </p:nvSpPr>
        <p:spPr>
          <a:xfrm>
            <a:off x="515695" y="5161105"/>
            <a:ext cx="2866490" cy="400110"/>
          </a:xfrm>
          <a:prstGeom prst="rect">
            <a:avLst/>
          </a:prstGeom>
          <a:solidFill>
            <a:schemeClr val="bg1"/>
          </a:solidFill>
        </p:spPr>
        <p:txBody>
          <a:bodyPr wrap="none" rtlCol="0">
            <a:spAutoFit/>
          </a:bodyPr>
          <a:lstStyle/>
          <a:p>
            <a:r>
              <a:rPr lang="en-US" sz="2000">
                <a:latin typeface="Arial" pitchFamily="34" charset="0"/>
                <a:cs typeface="Arial" pitchFamily="34" charset="0"/>
              </a:rPr>
              <a:t>TX power leaking in RX</a:t>
            </a:r>
          </a:p>
        </p:txBody>
      </p:sp>
      <p:sp>
        <p:nvSpPr>
          <p:cNvPr id="12" name="Arrow: Right 11">
            <a:extLst>
              <a:ext uri="{FF2B5EF4-FFF2-40B4-BE49-F238E27FC236}">
                <a16:creationId xmlns:a16="http://schemas.microsoft.com/office/drawing/2014/main" id="{F72F9866-09A5-274C-5F51-9C7B07359809}"/>
              </a:ext>
            </a:extLst>
          </p:cNvPr>
          <p:cNvSpPr/>
          <p:nvPr/>
        </p:nvSpPr>
        <p:spPr>
          <a:xfrm>
            <a:off x="609601" y="3852546"/>
            <a:ext cx="1388503" cy="484632"/>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Arial" pitchFamily="34" charset="0"/>
                <a:cs typeface="Arial" pitchFamily="34" charset="0"/>
              </a:rPr>
              <a:t>TX in</a:t>
            </a:r>
          </a:p>
        </p:txBody>
      </p:sp>
      <p:sp>
        <p:nvSpPr>
          <p:cNvPr id="13" name="Oval 12">
            <a:extLst>
              <a:ext uri="{FF2B5EF4-FFF2-40B4-BE49-F238E27FC236}">
                <a16:creationId xmlns:a16="http://schemas.microsoft.com/office/drawing/2014/main" id="{22B8F9BC-E641-BDF4-1F3C-B2FEEAC8E50E}"/>
              </a:ext>
            </a:extLst>
          </p:cNvPr>
          <p:cNvSpPr/>
          <p:nvPr/>
        </p:nvSpPr>
        <p:spPr>
          <a:xfrm>
            <a:off x="9724489" y="3625450"/>
            <a:ext cx="762000" cy="83922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4" name="Arrow: Right 13">
            <a:extLst>
              <a:ext uri="{FF2B5EF4-FFF2-40B4-BE49-F238E27FC236}">
                <a16:creationId xmlns:a16="http://schemas.microsoft.com/office/drawing/2014/main" id="{EDC77F6A-9429-57D4-EBDD-871AA4A5B4E4}"/>
              </a:ext>
            </a:extLst>
          </p:cNvPr>
          <p:cNvSpPr/>
          <p:nvPr/>
        </p:nvSpPr>
        <p:spPr>
          <a:xfrm>
            <a:off x="609602" y="4429496"/>
            <a:ext cx="1130808" cy="484632"/>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Arial" pitchFamily="34" charset="0"/>
                <a:cs typeface="Arial" pitchFamily="34" charset="0"/>
              </a:rPr>
              <a:t>RX out</a:t>
            </a:r>
          </a:p>
        </p:txBody>
      </p:sp>
      <p:sp>
        <p:nvSpPr>
          <p:cNvPr id="15" name="Arrow: Left 14">
            <a:extLst>
              <a:ext uri="{FF2B5EF4-FFF2-40B4-BE49-F238E27FC236}">
                <a16:creationId xmlns:a16="http://schemas.microsoft.com/office/drawing/2014/main" id="{15568193-5842-9435-8FBD-15A8A66DF763}"/>
              </a:ext>
            </a:extLst>
          </p:cNvPr>
          <p:cNvSpPr/>
          <p:nvPr/>
        </p:nvSpPr>
        <p:spPr>
          <a:xfrm>
            <a:off x="10486489" y="3808210"/>
            <a:ext cx="1219200" cy="484632"/>
          </a:xfrm>
          <a:prstGeom prst="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Arial" pitchFamily="34" charset="0"/>
                <a:cs typeface="Arial" pitchFamily="34" charset="0"/>
              </a:rPr>
              <a:t>TX out</a:t>
            </a:r>
          </a:p>
        </p:txBody>
      </p:sp>
      <p:sp>
        <p:nvSpPr>
          <p:cNvPr id="16" name="Arrow: Left 15">
            <a:extLst>
              <a:ext uri="{FF2B5EF4-FFF2-40B4-BE49-F238E27FC236}">
                <a16:creationId xmlns:a16="http://schemas.microsoft.com/office/drawing/2014/main" id="{1BDDC9F6-F027-A610-4AAA-2978369C719A}"/>
              </a:ext>
            </a:extLst>
          </p:cNvPr>
          <p:cNvSpPr/>
          <p:nvPr/>
        </p:nvSpPr>
        <p:spPr>
          <a:xfrm>
            <a:off x="9691731" y="4999212"/>
            <a:ext cx="1143000" cy="484632"/>
          </a:xfrm>
          <a:prstGeom prst="lef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Arial" pitchFamily="34" charset="0"/>
                <a:cs typeface="Arial" pitchFamily="34" charset="0"/>
              </a:rPr>
              <a:t>RX in</a:t>
            </a:r>
          </a:p>
        </p:txBody>
      </p:sp>
      <p:sp>
        <p:nvSpPr>
          <p:cNvPr id="2" name="Oval 1">
            <a:extLst>
              <a:ext uri="{FF2B5EF4-FFF2-40B4-BE49-F238E27FC236}">
                <a16:creationId xmlns:a16="http://schemas.microsoft.com/office/drawing/2014/main" id="{CEB148BE-59F2-E5FD-B4BF-DB7B9EFB9ACF}"/>
              </a:ext>
            </a:extLst>
          </p:cNvPr>
          <p:cNvSpPr/>
          <p:nvPr/>
        </p:nvSpPr>
        <p:spPr>
          <a:xfrm rot="5400000">
            <a:off x="3799786" y="3918573"/>
            <a:ext cx="2694619" cy="10372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 name="TextBox 3">
            <a:extLst>
              <a:ext uri="{FF2B5EF4-FFF2-40B4-BE49-F238E27FC236}">
                <a16:creationId xmlns:a16="http://schemas.microsoft.com/office/drawing/2014/main" id="{DD368918-B89C-A9D1-7F5D-F5D1C43566A7}"/>
              </a:ext>
            </a:extLst>
          </p:cNvPr>
          <p:cNvSpPr txBox="1"/>
          <p:nvPr/>
        </p:nvSpPr>
        <p:spPr>
          <a:xfrm>
            <a:off x="3477013" y="5858860"/>
            <a:ext cx="1784662" cy="400110"/>
          </a:xfrm>
          <a:prstGeom prst="rect">
            <a:avLst/>
          </a:prstGeom>
          <a:solidFill>
            <a:schemeClr val="bg1"/>
          </a:solidFill>
        </p:spPr>
        <p:txBody>
          <a:bodyPr wrap="square" rtlCol="0">
            <a:spAutoFit/>
          </a:bodyPr>
          <a:lstStyle/>
          <a:p>
            <a:r>
              <a:rPr lang="en-US" sz="2000">
                <a:solidFill>
                  <a:schemeClr val="accent1"/>
                </a:solidFill>
                <a:latin typeface="Arial" pitchFamily="34" charset="0"/>
                <a:cs typeface="Arial" pitchFamily="34" charset="0"/>
              </a:rPr>
              <a:t>Common path</a:t>
            </a:r>
          </a:p>
        </p:txBody>
      </p:sp>
      <p:sp>
        <p:nvSpPr>
          <p:cNvPr id="5" name="TextBox 4">
            <a:extLst>
              <a:ext uri="{FF2B5EF4-FFF2-40B4-BE49-F238E27FC236}">
                <a16:creationId xmlns:a16="http://schemas.microsoft.com/office/drawing/2014/main" id="{FAAD7244-8FB6-6ED8-CE7B-B41CBED7BA8D}"/>
              </a:ext>
            </a:extLst>
          </p:cNvPr>
          <p:cNvSpPr txBox="1"/>
          <p:nvPr/>
        </p:nvSpPr>
        <p:spPr>
          <a:xfrm>
            <a:off x="11079855" y="260059"/>
            <a:ext cx="1009223" cy="397195"/>
          </a:xfrm>
          <a:prstGeom prst="rect">
            <a:avLst/>
          </a:prstGeom>
          <a:noFill/>
        </p:spPr>
        <p:txBody>
          <a:bodyPr wrap="square" rtlCol="0">
            <a:spAutoFit/>
          </a:bodyPr>
          <a:lstStyle/>
          <a:p>
            <a:r>
              <a:rPr lang="en-US" sz="2000" b="1">
                <a:solidFill>
                  <a:schemeClr val="accent1"/>
                </a:solidFill>
                <a:latin typeface="Arial" pitchFamily="34" charset="0"/>
                <a:cs typeface="Arial" pitchFamily="34" charset="0"/>
              </a:rPr>
              <a:t>DEMO</a:t>
            </a:r>
            <a:endParaRPr lang="en-NL" sz="2000" b="1">
              <a:solidFill>
                <a:schemeClr val="accent1"/>
              </a:solidFill>
              <a:latin typeface="Arial" pitchFamily="34" charset="0"/>
              <a:cs typeface="Arial" pitchFamily="34" charset="0"/>
            </a:endParaRPr>
          </a:p>
        </p:txBody>
      </p:sp>
      <p:sp>
        <p:nvSpPr>
          <p:cNvPr id="8" name="TextBox 7">
            <a:extLst>
              <a:ext uri="{FF2B5EF4-FFF2-40B4-BE49-F238E27FC236}">
                <a16:creationId xmlns:a16="http://schemas.microsoft.com/office/drawing/2014/main" id="{65170EFF-5A9D-F021-A2E8-E6809F3254AC}"/>
              </a:ext>
            </a:extLst>
          </p:cNvPr>
          <p:cNvSpPr txBox="1"/>
          <p:nvPr/>
        </p:nvSpPr>
        <p:spPr>
          <a:xfrm>
            <a:off x="125333" y="6400800"/>
            <a:ext cx="3724096" cy="400110"/>
          </a:xfrm>
          <a:prstGeom prst="rect">
            <a:avLst/>
          </a:prstGeom>
          <a:noFill/>
        </p:spPr>
        <p:txBody>
          <a:bodyPr wrap="none" rtlCol="0">
            <a:spAutoFit/>
          </a:bodyPr>
          <a:lstStyle/>
          <a:p>
            <a:r>
              <a:rPr lang="en-US" sz="2000" b="1" err="1">
                <a:latin typeface="Courier New" panose="02070309020205020404" pitchFamily="49" charset="0"/>
                <a:cs typeface="Courier New" panose="02070309020205020404" pitchFamily="49" charset="0"/>
              </a:rPr>
              <a:t>TRModule_DataSheets.slx</a:t>
            </a:r>
            <a:endParaRPr lang="en-US" sz="2000" b="1">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256249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CD628F-2800-1BDA-49AE-4CFFBB456C41}"/>
              </a:ext>
            </a:extLst>
          </p:cNvPr>
          <p:cNvPicPr>
            <a:picLocks noChangeAspect="1"/>
          </p:cNvPicPr>
          <p:nvPr/>
        </p:nvPicPr>
        <p:blipFill>
          <a:blip r:embed="rId2"/>
          <a:stretch>
            <a:fillRect/>
          </a:stretch>
        </p:blipFill>
        <p:spPr>
          <a:xfrm>
            <a:off x="1359764" y="1004437"/>
            <a:ext cx="9326703" cy="5238621"/>
          </a:xfrm>
          <a:prstGeom prst="rect">
            <a:avLst/>
          </a:prstGeom>
        </p:spPr>
      </p:pic>
      <p:sp>
        <p:nvSpPr>
          <p:cNvPr id="3" name="Title 2">
            <a:extLst>
              <a:ext uri="{FF2B5EF4-FFF2-40B4-BE49-F238E27FC236}">
                <a16:creationId xmlns:a16="http://schemas.microsoft.com/office/drawing/2014/main" id="{B5636E78-AA43-ABEE-9AED-C43A1880F0C2}"/>
              </a:ext>
            </a:extLst>
          </p:cNvPr>
          <p:cNvSpPr>
            <a:spLocks noGrp="1"/>
          </p:cNvSpPr>
          <p:nvPr>
            <p:ph type="title"/>
          </p:nvPr>
        </p:nvSpPr>
        <p:spPr/>
        <p:txBody>
          <a:bodyPr/>
          <a:lstStyle/>
          <a:p>
            <a:r>
              <a:rPr lang="en-US"/>
              <a:t>TR Module: RX Mode Power Budget</a:t>
            </a:r>
          </a:p>
        </p:txBody>
      </p:sp>
      <p:sp>
        <p:nvSpPr>
          <p:cNvPr id="10" name="Oval 9">
            <a:extLst>
              <a:ext uri="{FF2B5EF4-FFF2-40B4-BE49-F238E27FC236}">
                <a16:creationId xmlns:a16="http://schemas.microsoft.com/office/drawing/2014/main" id="{D8AE77AF-3B7E-03F3-C4B8-AC64250A9D31}"/>
              </a:ext>
            </a:extLst>
          </p:cNvPr>
          <p:cNvSpPr/>
          <p:nvPr/>
        </p:nvSpPr>
        <p:spPr>
          <a:xfrm>
            <a:off x="9677400" y="3786211"/>
            <a:ext cx="762000" cy="60960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1" name="TextBox 10">
            <a:extLst>
              <a:ext uri="{FF2B5EF4-FFF2-40B4-BE49-F238E27FC236}">
                <a16:creationId xmlns:a16="http://schemas.microsoft.com/office/drawing/2014/main" id="{35ED1515-3935-DC98-65BF-FB8749C24CB6}"/>
              </a:ext>
            </a:extLst>
          </p:cNvPr>
          <p:cNvSpPr txBox="1"/>
          <p:nvPr/>
        </p:nvSpPr>
        <p:spPr>
          <a:xfrm>
            <a:off x="8475063" y="2743200"/>
            <a:ext cx="2861874" cy="400110"/>
          </a:xfrm>
          <a:prstGeom prst="rect">
            <a:avLst/>
          </a:prstGeom>
          <a:solidFill>
            <a:schemeClr val="bg1"/>
          </a:solidFill>
        </p:spPr>
        <p:txBody>
          <a:bodyPr wrap="none" rtlCol="0">
            <a:spAutoFit/>
          </a:bodyPr>
          <a:lstStyle/>
          <a:p>
            <a:r>
              <a:rPr lang="en-US" sz="2000">
                <a:latin typeface="Arial" pitchFamily="34" charset="0"/>
                <a:cs typeface="Arial" pitchFamily="34" charset="0"/>
              </a:rPr>
              <a:t>RX power leaking in TX</a:t>
            </a:r>
          </a:p>
        </p:txBody>
      </p:sp>
      <p:sp>
        <p:nvSpPr>
          <p:cNvPr id="17" name="Arrow: Right 16">
            <a:extLst>
              <a:ext uri="{FF2B5EF4-FFF2-40B4-BE49-F238E27FC236}">
                <a16:creationId xmlns:a16="http://schemas.microsoft.com/office/drawing/2014/main" id="{09E52BF4-D60F-83CD-4083-DA80AE9D866E}"/>
              </a:ext>
            </a:extLst>
          </p:cNvPr>
          <p:cNvSpPr/>
          <p:nvPr/>
        </p:nvSpPr>
        <p:spPr>
          <a:xfrm>
            <a:off x="892298" y="3879311"/>
            <a:ext cx="1024407" cy="484632"/>
          </a:xfrm>
          <a:prstGeom prst="righ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Arial" pitchFamily="34" charset="0"/>
                <a:cs typeface="Arial" pitchFamily="34" charset="0"/>
              </a:rPr>
              <a:t>TX in</a:t>
            </a:r>
          </a:p>
        </p:txBody>
      </p:sp>
      <p:sp>
        <p:nvSpPr>
          <p:cNvPr id="18" name="Arrow: Right 17">
            <a:extLst>
              <a:ext uri="{FF2B5EF4-FFF2-40B4-BE49-F238E27FC236}">
                <a16:creationId xmlns:a16="http://schemas.microsoft.com/office/drawing/2014/main" id="{CF93366A-37F9-E8F0-AB9C-ED96A8FDDEE0}"/>
              </a:ext>
            </a:extLst>
          </p:cNvPr>
          <p:cNvSpPr/>
          <p:nvPr/>
        </p:nvSpPr>
        <p:spPr>
          <a:xfrm>
            <a:off x="609602" y="4362334"/>
            <a:ext cx="1130808" cy="484632"/>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Arial" pitchFamily="34" charset="0"/>
                <a:cs typeface="Arial" pitchFamily="34" charset="0"/>
              </a:rPr>
              <a:t>RX out</a:t>
            </a:r>
          </a:p>
        </p:txBody>
      </p:sp>
      <p:sp>
        <p:nvSpPr>
          <p:cNvPr id="19" name="Arrow: Left 18">
            <a:extLst>
              <a:ext uri="{FF2B5EF4-FFF2-40B4-BE49-F238E27FC236}">
                <a16:creationId xmlns:a16="http://schemas.microsoft.com/office/drawing/2014/main" id="{42958CC6-56C1-8D91-D839-2DA3170D4538}"/>
              </a:ext>
            </a:extLst>
          </p:cNvPr>
          <p:cNvSpPr/>
          <p:nvPr/>
        </p:nvSpPr>
        <p:spPr>
          <a:xfrm>
            <a:off x="10544867" y="3760150"/>
            <a:ext cx="1219200" cy="484632"/>
          </a:xfrm>
          <a:prstGeom prst="left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Arial" pitchFamily="34" charset="0"/>
                <a:cs typeface="Arial" pitchFamily="34" charset="0"/>
              </a:rPr>
              <a:t>TX out</a:t>
            </a:r>
          </a:p>
        </p:txBody>
      </p:sp>
      <p:sp>
        <p:nvSpPr>
          <p:cNvPr id="20" name="Arrow: Left 19">
            <a:extLst>
              <a:ext uri="{FF2B5EF4-FFF2-40B4-BE49-F238E27FC236}">
                <a16:creationId xmlns:a16="http://schemas.microsoft.com/office/drawing/2014/main" id="{505B0372-5506-52D4-016E-CC59CD44F7DC}"/>
              </a:ext>
            </a:extLst>
          </p:cNvPr>
          <p:cNvSpPr/>
          <p:nvPr/>
        </p:nvSpPr>
        <p:spPr>
          <a:xfrm>
            <a:off x="9689236" y="4961058"/>
            <a:ext cx="1143000" cy="484632"/>
          </a:xfrm>
          <a:prstGeom prst="lef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atin typeface="Arial" pitchFamily="34" charset="0"/>
                <a:cs typeface="Arial" pitchFamily="34" charset="0"/>
              </a:rPr>
              <a:t>RX in</a:t>
            </a:r>
          </a:p>
        </p:txBody>
      </p:sp>
      <p:sp>
        <p:nvSpPr>
          <p:cNvPr id="5" name="TextBox 4">
            <a:extLst>
              <a:ext uri="{FF2B5EF4-FFF2-40B4-BE49-F238E27FC236}">
                <a16:creationId xmlns:a16="http://schemas.microsoft.com/office/drawing/2014/main" id="{1E2460E7-95E5-E836-5E91-9B814D26080A}"/>
              </a:ext>
            </a:extLst>
          </p:cNvPr>
          <p:cNvSpPr txBox="1"/>
          <p:nvPr/>
        </p:nvSpPr>
        <p:spPr>
          <a:xfrm>
            <a:off x="11079855" y="260059"/>
            <a:ext cx="1009223" cy="397195"/>
          </a:xfrm>
          <a:prstGeom prst="rect">
            <a:avLst/>
          </a:prstGeom>
          <a:noFill/>
        </p:spPr>
        <p:txBody>
          <a:bodyPr wrap="square" rtlCol="0">
            <a:spAutoFit/>
          </a:bodyPr>
          <a:lstStyle/>
          <a:p>
            <a:r>
              <a:rPr lang="en-US" sz="2000" b="1">
                <a:solidFill>
                  <a:schemeClr val="accent1"/>
                </a:solidFill>
                <a:latin typeface="Arial" pitchFamily="34" charset="0"/>
                <a:cs typeface="Arial" pitchFamily="34" charset="0"/>
              </a:rPr>
              <a:t>DEMO</a:t>
            </a:r>
            <a:endParaRPr lang="en-NL" sz="2000" b="1">
              <a:solidFill>
                <a:schemeClr val="accent1"/>
              </a:solidFill>
              <a:latin typeface="Arial" pitchFamily="34" charset="0"/>
              <a:cs typeface="Arial" pitchFamily="34" charset="0"/>
            </a:endParaRPr>
          </a:p>
        </p:txBody>
      </p:sp>
      <p:sp>
        <p:nvSpPr>
          <p:cNvPr id="14" name="Oval 13">
            <a:extLst>
              <a:ext uri="{FF2B5EF4-FFF2-40B4-BE49-F238E27FC236}">
                <a16:creationId xmlns:a16="http://schemas.microsoft.com/office/drawing/2014/main" id="{41EB9E11-FEE0-2C64-A080-6460611E1DCB}"/>
              </a:ext>
            </a:extLst>
          </p:cNvPr>
          <p:cNvSpPr/>
          <p:nvPr/>
        </p:nvSpPr>
        <p:spPr>
          <a:xfrm rot="5400000">
            <a:off x="3799786" y="3918573"/>
            <a:ext cx="2694619" cy="103729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16" name="TextBox 15">
            <a:extLst>
              <a:ext uri="{FF2B5EF4-FFF2-40B4-BE49-F238E27FC236}">
                <a16:creationId xmlns:a16="http://schemas.microsoft.com/office/drawing/2014/main" id="{DBEF3191-1E13-38CC-9BBD-8A9D2411D502}"/>
              </a:ext>
            </a:extLst>
          </p:cNvPr>
          <p:cNvSpPr txBox="1"/>
          <p:nvPr/>
        </p:nvSpPr>
        <p:spPr>
          <a:xfrm>
            <a:off x="125333" y="6400800"/>
            <a:ext cx="3724096" cy="400110"/>
          </a:xfrm>
          <a:prstGeom prst="rect">
            <a:avLst/>
          </a:prstGeom>
          <a:noFill/>
        </p:spPr>
        <p:txBody>
          <a:bodyPr wrap="none" rtlCol="0">
            <a:spAutoFit/>
          </a:bodyPr>
          <a:lstStyle/>
          <a:p>
            <a:r>
              <a:rPr lang="en-US" sz="2000" b="1" err="1">
                <a:latin typeface="Courier New" panose="02070309020205020404" pitchFamily="49" charset="0"/>
                <a:cs typeface="Courier New" panose="02070309020205020404" pitchFamily="49" charset="0"/>
              </a:rPr>
              <a:t>TRModule_DataSheets.slx</a:t>
            </a:r>
            <a:endParaRPr lang="en-US" sz="2000" b="1">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0AD6AFD9-E92F-6AFB-D545-408FCF688A43}"/>
              </a:ext>
            </a:extLst>
          </p:cNvPr>
          <p:cNvSpPr txBox="1"/>
          <p:nvPr/>
        </p:nvSpPr>
        <p:spPr>
          <a:xfrm>
            <a:off x="3477013" y="5858860"/>
            <a:ext cx="1784662" cy="400110"/>
          </a:xfrm>
          <a:prstGeom prst="rect">
            <a:avLst/>
          </a:prstGeom>
          <a:solidFill>
            <a:schemeClr val="bg1"/>
          </a:solidFill>
        </p:spPr>
        <p:txBody>
          <a:bodyPr wrap="square" rtlCol="0">
            <a:spAutoFit/>
          </a:bodyPr>
          <a:lstStyle/>
          <a:p>
            <a:r>
              <a:rPr lang="en-US" sz="2000">
                <a:solidFill>
                  <a:schemeClr val="accent1"/>
                </a:solidFill>
                <a:latin typeface="Arial" pitchFamily="34" charset="0"/>
                <a:cs typeface="Arial" pitchFamily="34" charset="0"/>
              </a:rPr>
              <a:t>Common path</a:t>
            </a:r>
          </a:p>
        </p:txBody>
      </p:sp>
    </p:spTree>
    <p:extLst>
      <p:ext uri="{BB962C8B-B14F-4D97-AF65-F5344CB8AC3E}">
        <p14:creationId xmlns:p14="http://schemas.microsoft.com/office/powerpoint/2010/main" val="31325053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6DA46-23D8-9240-27CD-8DFCD10694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E6C5F4-F98A-8F6F-3F1D-5636ED1C1FF2}"/>
              </a:ext>
            </a:extLst>
          </p:cNvPr>
          <p:cNvSpPr>
            <a:spLocks noGrp="1"/>
          </p:cNvSpPr>
          <p:nvPr>
            <p:ph type="title"/>
          </p:nvPr>
        </p:nvSpPr>
        <p:spPr>
          <a:xfrm>
            <a:off x="172286" y="134501"/>
            <a:ext cx="12019713" cy="990600"/>
          </a:xfrm>
        </p:spPr>
        <p:txBody>
          <a:bodyPr/>
          <a:lstStyle/>
          <a:p>
            <a:r>
              <a:rPr lang="en-US" dirty="0">
                <a:latin typeface="Arial"/>
                <a:cs typeface="Arial"/>
              </a:rPr>
              <a:t>Architecture + Analysis + Simulation = Digital Twin</a:t>
            </a:r>
          </a:p>
        </p:txBody>
      </p:sp>
      <p:pic>
        <p:nvPicPr>
          <p:cNvPr id="7" name="Picture 6">
            <a:extLst>
              <a:ext uri="{FF2B5EF4-FFF2-40B4-BE49-F238E27FC236}">
                <a16:creationId xmlns:a16="http://schemas.microsoft.com/office/drawing/2014/main" id="{90FE4BF5-BB27-AAE3-E123-B95AC2946F9C}"/>
              </a:ext>
            </a:extLst>
          </p:cNvPr>
          <p:cNvPicPr>
            <a:picLocks noChangeAspect="1"/>
          </p:cNvPicPr>
          <p:nvPr/>
        </p:nvPicPr>
        <p:blipFill>
          <a:blip r:embed="rId3"/>
          <a:srcRect r="15593"/>
          <a:stretch/>
        </p:blipFill>
        <p:spPr>
          <a:xfrm>
            <a:off x="647160" y="1389911"/>
            <a:ext cx="2753796" cy="2039089"/>
          </a:xfrm>
          <a:prstGeom prst="rect">
            <a:avLst/>
          </a:prstGeom>
        </p:spPr>
      </p:pic>
      <p:sp>
        <p:nvSpPr>
          <p:cNvPr id="29" name="TextBox 28">
            <a:extLst>
              <a:ext uri="{FF2B5EF4-FFF2-40B4-BE49-F238E27FC236}">
                <a16:creationId xmlns:a16="http://schemas.microsoft.com/office/drawing/2014/main" id="{A3DF6558-1F04-33BC-244A-87E07FB8CAC8}"/>
              </a:ext>
            </a:extLst>
          </p:cNvPr>
          <p:cNvSpPr txBox="1"/>
          <p:nvPr/>
        </p:nvSpPr>
        <p:spPr>
          <a:xfrm>
            <a:off x="276101" y="801935"/>
            <a:ext cx="3620050" cy="646331"/>
          </a:xfrm>
          <a:prstGeom prst="rect">
            <a:avLst/>
          </a:prstGeom>
          <a:noFill/>
        </p:spPr>
        <p:txBody>
          <a:bodyPr wrap="square" rtlCol="0">
            <a:spAutoFit/>
          </a:bodyPr>
          <a:lstStyle/>
          <a:p>
            <a:pPr algn="ctr"/>
            <a:r>
              <a:rPr lang="en-US" b="1" dirty="0">
                <a:solidFill>
                  <a:schemeClr val="tx2"/>
                </a:solidFill>
                <a:latin typeface="Arial" pitchFamily="34" charset="0"/>
                <a:cs typeface="Arial" pitchFamily="34" charset="0"/>
              </a:rPr>
              <a:t>Architecture</a:t>
            </a:r>
          </a:p>
          <a:p>
            <a:pPr algn="ctr"/>
            <a:r>
              <a:rPr lang="en-US" dirty="0">
                <a:solidFill>
                  <a:schemeClr val="tx2"/>
                </a:solidFill>
                <a:latin typeface="Arial" pitchFamily="34" charset="0"/>
                <a:cs typeface="Arial" pitchFamily="34" charset="0"/>
              </a:rPr>
              <a:t>Interfaces and requirements</a:t>
            </a:r>
            <a:endParaRPr lang="LID4096" dirty="0">
              <a:solidFill>
                <a:schemeClr val="tx2"/>
              </a:solidFill>
              <a:latin typeface="Arial" pitchFamily="34" charset="0"/>
              <a:cs typeface="Arial" pitchFamily="34" charset="0"/>
            </a:endParaRPr>
          </a:p>
        </p:txBody>
      </p:sp>
      <p:pic>
        <p:nvPicPr>
          <p:cNvPr id="37" name="Picture 36">
            <a:extLst>
              <a:ext uri="{FF2B5EF4-FFF2-40B4-BE49-F238E27FC236}">
                <a16:creationId xmlns:a16="http://schemas.microsoft.com/office/drawing/2014/main" id="{AA9D7372-2405-9937-6FD7-C6641D5C11C8}"/>
              </a:ext>
            </a:extLst>
          </p:cNvPr>
          <p:cNvPicPr>
            <a:picLocks noChangeAspect="1"/>
          </p:cNvPicPr>
          <p:nvPr/>
        </p:nvPicPr>
        <p:blipFill>
          <a:blip r:embed="rId4"/>
          <a:srcRect l="37969"/>
          <a:stretch/>
        </p:blipFill>
        <p:spPr>
          <a:xfrm>
            <a:off x="5070793" y="3077372"/>
            <a:ext cx="2480064" cy="1718810"/>
          </a:xfrm>
          <a:prstGeom prst="rect">
            <a:avLst/>
          </a:prstGeom>
        </p:spPr>
      </p:pic>
      <p:pic>
        <p:nvPicPr>
          <p:cNvPr id="28" name="Picture 27">
            <a:extLst>
              <a:ext uri="{FF2B5EF4-FFF2-40B4-BE49-F238E27FC236}">
                <a16:creationId xmlns:a16="http://schemas.microsoft.com/office/drawing/2014/main" id="{986CDBD8-1D90-11B0-944C-7D463A69582A}"/>
              </a:ext>
            </a:extLst>
          </p:cNvPr>
          <p:cNvPicPr>
            <a:picLocks noChangeAspect="1"/>
          </p:cNvPicPr>
          <p:nvPr/>
        </p:nvPicPr>
        <p:blipFill>
          <a:blip r:embed="rId5"/>
          <a:stretch>
            <a:fillRect/>
          </a:stretch>
        </p:blipFill>
        <p:spPr>
          <a:xfrm>
            <a:off x="4135553" y="2575766"/>
            <a:ext cx="2871481" cy="1797977"/>
          </a:xfrm>
          <a:prstGeom prst="rect">
            <a:avLst/>
          </a:prstGeom>
        </p:spPr>
      </p:pic>
      <p:pic>
        <p:nvPicPr>
          <p:cNvPr id="41" name="Picture 40">
            <a:extLst>
              <a:ext uri="{FF2B5EF4-FFF2-40B4-BE49-F238E27FC236}">
                <a16:creationId xmlns:a16="http://schemas.microsoft.com/office/drawing/2014/main" id="{2F0D9B03-2C33-640C-2F5B-8CE21451985B}"/>
              </a:ext>
            </a:extLst>
          </p:cNvPr>
          <p:cNvPicPr>
            <a:picLocks noChangeAspect="1"/>
          </p:cNvPicPr>
          <p:nvPr/>
        </p:nvPicPr>
        <p:blipFill>
          <a:blip r:embed="rId6"/>
          <a:stretch>
            <a:fillRect/>
          </a:stretch>
        </p:blipFill>
        <p:spPr>
          <a:xfrm>
            <a:off x="8240051" y="4453588"/>
            <a:ext cx="3309910" cy="2124099"/>
          </a:xfrm>
          <a:prstGeom prst="rect">
            <a:avLst/>
          </a:prstGeom>
        </p:spPr>
      </p:pic>
      <p:sp>
        <p:nvSpPr>
          <p:cNvPr id="42" name="TextBox 41">
            <a:extLst>
              <a:ext uri="{FF2B5EF4-FFF2-40B4-BE49-F238E27FC236}">
                <a16:creationId xmlns:a16="http://schemas.microsoft.com/office/drawing/2014/main" id="{E865DEE2-52A5-5F76-873E-6A2055F46576}"/>
              </a:ext>
            </a:extLst>
          </p:cNvPr>
          <p:cNvSpPr txBox="1"/>
          <p:nvPr/>
        </p:nvSpPr>
        <p:spPr>
          <a:xfrm>
            <a:off x="4477598" y="1978969"/>
            <a:ext cx="2483387" cy="646331"/>
          </a:xfrm>
          <a:prstGeom prst="rect">
            <a:avLst/>
          </a:prstGeom>
          <a:noFill/>
        </p:spPr>
        <p:txBody>
          <a:bodyPr wrap="square" rtlCol="0">
            <a:spAutoFit/>
          </a:bodyPr>
          <a:lstStyle/>
          <a:p>
            <a:pPr algn="ctr"/>
            <a:r>
              <a:rPr lang="en-US" b="1" dirty="0">
                <a:solidFill>
                  <a:schemeClr val="tx2"/>
                </a:solidFill>
                <a:latin typeface="Arial" pitchFamily="34" charset="0"/>
                <a:cs typeface="Arial" pitchFamily="34" charset="0"/>
              </a:rPr>
              <a:t>Analysis</a:t>
            </a:r>
          </a:p>
          <a:p>
            <a:pPr algn="ctr"/>
            <a:r>
              <a:rPr lang="en-US" dirty="0">
                <a:solidFill>
                  <a:schemeClr val="tx2"/>
                </a:solidFill>
                <a:latin typeface="Arial" pitchFamily="34" charset="0"/>
                <a:cs typeface="Arial" pitchFamily="34" charset="0"/>
              </a:rPr>
              <a:t>Specifications</a:t>
            </a:r>
            <a:endParaRPr lang="LID4096" dirty="0">
              <a:solidFill>
                <a:schemeClr val="tx2"/>
              </a:solidFill>
              <a:latin typeface="Arial" pitchFamily="34" charset="0"/>
              <a:cs typeface="Arial" pitchFamily="34" charset="0"/>
            </a:endParaRPr>
          </a:p>
        </p:txBody>
      </p:sp>
      <p:sp>
        <p:nvSpPr>
          <p:cNvPr id="43" name="TextBox 42">
            <a:extLst>
              <a:ext uri="{FF2B5EF4-FFF2-40B4-BE49-F238E27FC236}">
                <a16:creationId xmlns:a16="http://schemas.microsoft.com/office/drawing/2014/main" id="{67DDF8AC-AE22-BD1C-BD30-51880423D4FA}"/>
              </a:ext>
            </a:extLst>
          </p:cNvPr>
          <p:cNvSpPr txBox="1"/>
          <p:nvPr/>
        </p:nvSpPr>
        <p:spPr>
          <a:xfrm>
            <a:off x="8085994" y="3839348"/>
            <a:ext cx="3620050" cy="646331"/>
          </a:xfrm>
          <a:prstGeom prst="rect">
            <a:avLst/>
          </a:prstGeom>
          <a:noFill/>
        </p:spPr>
        <p:txBody>
          <a:bodyPr wrap="square" rtlCol="0">
            <a:spAutoFit/>
          </a:bodyPr>
          <a:lstStyle/>
          <a:p>
            <a:pPr algn="ctr"/>
            <a:r>
              <a:rPr lang="en-US" b="1" dirty="0">
                <a:solidFill>
                  <a:schemeClr val="tx2"/>
                </a:solidFill>
                <a:latin typeface="Arial" pitchFamily="34" charset="0"/>
                <a:cs typeface="Arial" pitchFamily="34" charset="0"/>
              </a:rPr>
              <a:t>Simulation</a:t>
            </a:r>
          </a:p>
          <a:p>
            <a:pPr algn="ctr"/>
            <a:r>
              <a:rPr lang="en-US" dirty="0">
                <a:solidFill>
                  <a:schemeClr val="tx2"/>
                </a:solidFill>
                <a:latin typeface="Arial" pitchFamily="34" charset="0"/>
                <a:cs typeface="Arial" pitchFamily="34" charset="0"/>
              </a:rPr>
              <a:t>Design and verification</a:t>
            </a:r>
            <a:endParaRPr lang="LID4096" dirty="0">
              <a:solidFill>
                <a:schemeClr val="tx2"/>
              </a:solidFill>
              <a:latin typeface="Arial" pitchFamily="34" charset="0"/>
              <a:cs typeface="Arial" pitchFamily="34" charset="0"/>
            </a:endParaRPr>
          </a:p>
        </p:txBody>
      </p:sp>
      <p:sp>
        <p:nvSpPr>
          <p:cNvPr id="44" name="Arrow: Curved Left 43">
            <a:extLst>
              <a:ext uri="{FF2B5EF4-FFF2-40B4-BE49-F238E27FC236}">
                <a16:creationId xmlns:a16="http://schemas.microsoft.com/office/drawing/2014/main" id="{040A1C34-14B4-0E9D-88C1-842911BA7E0B}"/>
              </a:ext>
            </a:extLst>
          </p:cNvPr>
          <p:cNvSpPr/>
          <p:nvPr/>
        </p:nvSpPr>
        <p:spPr>
          <a:xfrm rot="18361603">
            <a:off x="3708139" y="1668287"/>
            <a:ext cx="545355" cy="1331283"/>
          </a:xfrm>
          <a:prstGeom prst="curved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rstTxWarp prst="textArchUp">
              <a:avLst/>
            </a:prstTxWarp>
          </a:bodyPr>
          <a:lstStyle/>
          <a:p>
            <a:pPr algn="ctr"/>
            <a:endParaRPr lang="LID4096" b="1" dirty="0">
              <a:solidFill>
                <a:schemeClr val="tx1"/>
              </a:solidFill>
              <a:latin typeface="Arial" pitchFamily="34" charset="0"/>
              <a:cs typeface="Arial" pitchFamily="34" charset="0"/>
            </a:endParaRPr>
          </a:p>
        </p:txBody>
      </p:sp>
      <p:sp>
        <p:nvSpPr>
          <p:cNvPr id="45" name="Arrow: Curved Left 44">
            <a:extLst>
              <a:ext uri="{FF2B5EF4-FFF2-40B4-BE49-F238E27FC236}">
                <a16:creationId xmlns:a16="http://schemas.microsoft.com/office/drawing/2014/main" id="{F3DEA4FC-9AA4-A49D-D061-961639B35E8C}"/>
              </a:ext>
            </a:extLst>
          </p:cNvPr>
          <p:cNvSpPr/>
          <p:nvPr/>
        </p:nvSpPr>
        <p:spPr>
          <a:xfrm rot="7003064">
            <a:off x="3145708" y="3096782"/>
            <a:ext cx="545355" cy="1331283"/>
          </a:xfrm>
          <a:prstGeom prst="curved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b="1" dirty="0">
              <a:solidFill>
                <a:schemeClr val="tx1"/>
              </a:solidFill>
              <a:latin typeface="Arial" pitchFamily="34" charset="0"/>
              <a:cs typeface="Arial" pitchFamily="34" charset="0"/>
            </a:endParaRPr>
          </a:p>
        </p:txBody>
      </p:sp>
      <p:sp>
        <p:nvSpPr>
          <p:cNvPr id="50" name="Arrow: Curved Left 49">
            <a:extLst>
              <a:ext uri="{FF2B5EF4-FFF2-40B4-BE49-F238E27FC236}">
                <a16:creationId xmlns:a16="http://schemas.microsoft.com/office/drawing/2014/main" id="{DA9BE290-3B35-EAAE-B745-7C32E66027B3}"/>
              </a:ext>
            </a:extLst>
          </p:cNvPr>
          <p:cNvSpPr/>
          <p:nvPr/>
        </p:nvSpPr>
        <p:spPr>
          <a:xfrm rot="18361603">
            <a:off x="7944791" y="3154118"/>
            <a:ext cx="545355" cy="1331283"/>
          </a:xfrm>
          <a:prstGeom prst="curved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b="1" dirty="0">
              <a:solidFill>
                <a:schemeClr val="tx1"/>
              </a:solidFill>
              <a:latin typeface="Arial" pitchFamily="34" charset="0"/>
              <a:cs typeface="Arial" pitchFamily="34" charset="0"/>
            </a:endParaRPr>
          </a:p>
        </p:txBody>
      </p:sp>
      <p:sp>
        <p:nvSpPr>
          <p:cNvPr id="51" name="Arrow: Curved Left 50">
            <a:extLst>
              <a:ext uri="{FF2B5EF4-FFF2-40B4-BE49-F238E27FC236}">
                <a16:creationId xmlns:a16="http://schemas.microsoft.com/office/drawing/2014/main" id="{8CD58B07-4979-078B-5960-739848624BE2}"/>
              </a:ext>
            </a:extLst>
          </p:cNvPr>
          <p:cNvSpPr/>
          <p:nvPr/>
        </p:nvSpPr>
        <p:spPr>
          <a:xfrm rot="7003064">
            <a:off x="7382360" y="4582613"/>
            <a:ext cx="545355" cy="1331283"/>
          </a:xfrm>
          <a:prstGeom prst="curved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b="1" dirty="0">
              <a:solidFill>
                <a:schemeClr val="tx1"/>
              </a:solidFill>
              <a:latin typeface="Arial" pitchFamily="34" charset="0"/>
              <a:cs typeface="Arial" pitchFamily="34" charset="0"/>
            </a:endParaRPr>
          </a:p>
        </p:txBody>
      </p:sp>
      <p:sp>
        <p:nvSpPr>
          <p:cNvPr id="56" name="Arrow: Up 55">
            <a:extLst>
              <a:ext uri="{FF2B5EF4-FFF2-40B4-BE49-F238E27FC236}">
                <a16:creationId xmlns:a16="http://schemas.microsoft.com/office/drawing/2014/main" id="{EA78BE0E-C6E1-5029-652A-5B4FEC1C14C2}"/>
              </a:ext>
            </a:extLst>
          </p:cNvPr>
          <p:cNvSpPr/>
          <p:nvPr/>
        </p:nvSpPr>
        <p:spPr>
          <a:xfrm>
            <a:off x="172287" y="1203850"/>
            <a:ext cx="247474" cy="5519649"/>
          </a:xfrm>
          <a:prstGeom prst="upArrow">
            <a:avLst>
              <a:gd name="adj1" fmla="val 39421"/>
              <a:gd name="adj2" fmla="val 163375"/>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b="1" dirty="0">
              <a:latin typeface="Arial" pitchFamily="34" charset="0"/>
              <a:cs typeface="Arial" pitchFamily="34" charset="0"/>
            </a:endParaRPr>
          </a:p>
        </p:txBody>
      </p:sp>
      <p:sp>
        <p:nvSpPr>
          <p:cNvPr id="57" name="Arrow: Up 56">
            <a:extLst>
              <a:ext uri="{FF2B5EF4-FFF2-40B4-BE49-F238E27FC236}">
                <a16:creationId xmlns:a16="http://schemas.microsoft.com/office/drawing/2014/main" id="{DFEE0AA4-612C-B352-7BFC-318A817DDA8E}"/>
              </a:ext>
            </a:extLst>
          </p:cNvPr>
          <p:cNvSpPr/>
          <p:nvPr/>
        </p:nvSpPr>
        <p:spPr>
          <a:xfrm rot="5400000">
            <a:off x="4057915" y="2728364"/>
            <a:ext cx="287829" cy="7922385"/>
          </a:xfrm>
          <a:prstGeom prst="upArrow">
            <a:avLst>
              <a:gd name="adj1" fmla="val 39421"/>
              <a:gd name="adj2" fmla="val 163375"/>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LID4096" b="1" dirty="0">
              <a:latin typeface="Arial" pitchFamily="34" charset="0"/>
              <a:cs typeface="Arial" pitchFamily="34" charset="0"/>
            </a:endParaRPr>
          </a:p>
        </p:txBody>
      </p:sp>
      <p:sp>
        <p:nvSpPr>
          <p:cNvPr id="58" name="TextBox 57">
            <a:extLst>
              <a:ext uri="{FF2B5EF4-FFF2-40B4-BE49-F238E27FC236}">
                <a16:creationId xmlns:a16="http://schemas.microsoft.com/office/drawing/2014/main" id="{62901906-8A4B-71A2-D8FC-2458B97A0F3F}"/>
              </a:ext>
            </a:extLst>
          </p:cNvPr>
          <p:cNvSpPr txBox="1"/>
          <p:nvPr/>
        </p:nvSpPr>
        <p:spPr>
          <a:xfrm rot="16200000">
            <a:off x="-945256" y="3975300"/>
            <a:ext cx="2837997" cy="400110"/>
          </a:xfrm>
          <a:prstGeom prst="rect">
            <a:avLst/>
          </a:prstGeom>
          <a:noFill/>
        </p:spPr>
        <p:txBody>
          <a:bodyPr wrap="square" rtlCol="0">
            <a:spAutoFit/>
          </a:bodyPr>
          <a:lstStyle/>
          <a:p>
            <a:r>
              <a:rPr lang="en-US" sz="2000" dirty="0">
                <a:solidFill>
                  <a:schemeClr val="bg1">
                    <a:lumMod val="50000"/>
                  </a:schemeClr>
                </a:solidFill>
                <a:latin typeface="Arial" pitchFamily="34" charset="0"/>
                <a:cs typeface="Arial" pitchFamily="34" charset="0"/>
              </a:rPr>
              <a:t>Fidelity (Abstraction )</a:t>
            </a:r>
            <a:endParaRPr lang="LID4096" sz="2000" dirty="0">
              <a:solidFill>
                <a:schemeClr val="bg1">
                  <a:lumMod val="50000"/>
                </a:schemeClr>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D6833BE3-2703-CB07-57DE-560905D4AF72}"/>
              </a:ext>
            </a:extLst>
          </p:cNvPr>
          <p:cNvSpPr txBox="1"/>
          <p:nvPr/>
        </p:nvSpPr>
        <p:spPr>
          <a:xfrm>
            <a:off x="1192956" y="6228350"/>
            <a:ext cx="4142139" cy="400110"/>
          </a:xfrm>
          <a:prstGeom prst="rect">
            <a:avLst/>
          </a:prstGeom>
          <a:noFill/>
        </p:spPr>
        <p:txBody>
          <a:bodyPr wrap="square" rtlCol="0">
            <a:spAutoFit/>
          </a:bodyPr>
          <a:lstStyle/>
          <a:p>
            <a:r>
              <a:rPr lang="en-US" sz="2000" dirty="0">
                <a:solidFill>
                  <a:schemeClr val="bg1">
                    <a:lumMod val="50000"/>
                  </a:schemeClr>
                </a:solidFill>
                <a:latin typeface="Arial" pitchFamily="34" charset="0"/>
                <a:cs typeface="Arial" pitchFamily="34" charset="0"/>
              </a:rPr>
              <a:t>System &amp; component complexity </a:t>
            </a:r>
            <a:endParaRPr lang="LID4096" sz="2000" dirty="0">
              <a:solidFill>
                <a:schemeClr val="bg1">
                  <a:lumMod val="50000"/>
                </a:schemeClr>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9BC0CE4C-7C79-88BA-4A6E-7730D8D0533F}"/>
              </a:ext>
            </a:extLst>
          </p:cNvPr>
          <p:cNvSpPr txBox="1"/>
          <p:nvPr/>
        </p:nvSpPr>
        <p:spPr>
          <a:xfrm rot="2363694">
            <a:off x="3314696" y="1885992"/>
            <a:ext cx="1249162" cy="786363"/>
          </a:xfrm>
          <a:prstGeom prst="rect">
            <a:avLst/>
          </a:prstGeom>
          <a:noFill/>
        </p:spPr>
        <p:txBody>
          <a:bodyPr wrap="square" rtlCol="0">
            <a:prstTxWarp prst="textArchUp">
              <a:avLst>
                <a:gd name="adj" fmla="val 10984747"/>
              </a:avLst>
            </a:prstTxWarp>
            <a:spAutoFit/>
          </a:bodyPr>
          <a:lstStyle/>
          <a:p>
            <a:pPr algn="ctr"/>
            <a:r>
              <a:rPr lang="en-US" i="1" dirty="0">
                <a:solidFill>
                  <a:schemeClr val="tx2"/>
                </a:solidFill>
                <a:latin typeface="Arial" pitchFamily="34" charset="0"/>
                <a:cs typeface="Arial" pitchFamily="34" charset="0"/>
              </a:rPr>
              <a:t>digital thread</a:t>
            </a:r>
            <a:endParaRPr lang="LID4096" i="1" dirty="0">
              <a:solidFill>
                <a:schemeClr val="tx2"/>
              </a:solidFill>
              <a:latin typeface="Arial" pitchFamily="34" charset="0"/>
              <a:cs typeface="Arial" pitchFamily="34" charset="0"/>
            </a:endParaRPr>
          </a:p>
        </p:txBody>
      </p:sp>
      <p:sp>
        <p:nvSpPr>
          <p:cNvPr id="62" name="TextBox 61">
            <a:extLst>
              <a:ext uri="{FF2B5EF4-FFF2-40B4-BE49-F238E27FC236}">
                <a16:creationId xmlns:a16="http://schemas.microsoft.com/office/drawing/2014/main" id="{A0BB588B-F50A-A71D-5C48-357FF0C7B6F1}"/>
              </a:ext>
            </a:extLst>
          </p:cNvPr>
          <p:cNvSpPr txBox="1"/>
          <p:nvPr/>
        </p:nvSpPr>
        <p:spPr>
          <a:xfrm rot="2363694">
            <a:off x="7576956" y="3392252"/>
            <a:ext cx="1249162" cy="786363"/>
          </a:xfrm>
          <a:prstGeom prst="rect">
            <a:avLst/>
          </a:prstGeom>
          <a:noFill/>
        </p:spPr>
        <p:txBody>
          <a:bodyPr wrap="square" rtlCol="0">
            <a:prstTxWarp prst="textArchUp">
              <a:avLst>
                <a:gd name="adj" fmla="val 10984747"/>
              </a:avLst>
            </a:prstTxWarp>
            <a:spAutoFit/>
          </a:bodyPr>
          <a:lstStyle/>
          <a:p>
            <a:pPr algn="ctr"/>
            <a:r>
              <a:rPr lang="en-US" i="1" dirty="0">
                <a:solidFill>
                  <a:schemeClr val="tx2"/>
                </a:solidFill>
                <a:latin typeface="Arial" pitchFamily="34" charset="0"/>
                <a:cs typeface="Arial" pitchFamily="34" charset="0"/>
              </a:rPr>
              <a:t>digital thread</a:t>
            </a:r>
            <a:endParaRPr lang="LID4096" i="1" dirty="0">
              <a:solidFill>
                <a:schemeClr val="tx2"/>
              </a:solidFill>
              <a:latin typeface="Arial" pitchFamily="34" charset="0"/>
              <a:cs typeface="Arial" pitchFamily="34" charset="0"/>
            </a:endParaRPr>
          </a:p>
        </p:txBody>
      </p:sp>
    </p:spTree>
    <p:extLst>
      <p:ext uri="{BB962C8B-B14F-4D97-AF65-F5344CB8AC3E}">
        <p14:creationId xmlns:p14="http://schemas.microsoft.com/office/powerpoint/2010/main" val="2566735499"/>
      </p:ext>
    </p:extLst>
  </p:cSld>
  <p:clrMapOvr>
    <a:masterClrMapping/>
  </p:clrMapOvr>
  <mc:AlternateContent xmlns:mc="http://schemas.openxmlformats.org/markup-compatibility/2006" xmlns:p14="http://schemas.microsoft.com/office/powerpoint/2010/main">
    <mc:Choice Requires="p14">
      <p:transition spd="slow" p14:dur="2000" advTm="117311"/>
    </mc:Choice>
    <mc:Fallback xmlns="">
      <p:transition spd="slow" advTm="117311"/>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1C44F-C1FF-DF19-3E7A-C62763D845A5}"/>
              </a:ext>
            </a:extLst>
          </p:cNvPr>
          <p:cNvSpPr>
            <a:spLocks noGrp="1"/>
          </p:cNvSpPr>
          <p:nvPr>
            <p:ph type="title"/>
          </p:nvPr>
        </p:nvSpPr>
        <p:spPr/>
        <p:txBody>
          <a:bodyPr/>
          <a:lstStyle/>
          <a:p>
            <a:r>
              <a:rPr lang="en-US"/>
              <a:t>Conclusions</a:t>
            </a:r>
            <a:endParaRPr lang="LID4096"/>
          </a:p>
        </p:txBody>
      </p:sp>
      <p:sp>
        <p:nvSpPr>
          <p:cNvPr id="3" name="Content Placeholder 2">
            <a:extLst>
              <a:ext uri="{FF2B5EF4-FFF2-40B4-BE49-F238E27FC236}">
                <a16:creationId xmlns:a16="http://schemas.microsoft.com/office/drawing/2014/main" id="{629078A0-F4F7-0D84-20C1-0F5B6CF3F0B6}"/>
              </a:ext>
            </a:extLst>
          </p:cNvPr>
          <p:cNvSpPr>
            <a:spLocks noGrp="1"/>
          </p:cNvSpPr>
          <p:nvPr>
            <p:ph idx="1"/>
          </p:nvPr>
        </p:nvSpPr>
        <p:spPr>
          <a:xfrm>
            <a:off x="609601" y="1600200"/>
            <a:ext cx="11067391" cy="4648200"/>
          </a:xfrm>
        </p:spPr>
        <p:txBody>
          <a:bodyPr/>
          <a:lstStyle/>
          <a:p>
            <a:r>
              <a:rPr lang="en-US"/>
              <a:t>Use Model-Based Design from Radar specifications to RF component design</a:t>
            </a:r>
          </a:p>
          <a:p>
            <a:r>
              <a:rPr lang="en-US"/>
              <a:t>Integrate measurements and data sheet parameters</a:t>
            </a:r>
          </a:p>
          <a:p>
            <a:r>
              <a:rPr lang="en-US"/>
              <a:t>Analyze the impact of RF effects on the overall radar performance</a:t>
            </a:r>
          </a:p>
          <a:p>
            <a:r>
              <a:rPr lang="en-US"/>
              <a:t>Track requirements, specification changes, and automate testing</a:t>
            </a:r>
            <a:endParaRPr lang="LID4096"/>
          </a:p>
        </p:txBody>
      </p:sp>
    </p:spTree>
    <p:extLst>
      <p:ext uri="{BB962C8B-B14F-4D97-AF65-F5344CB8AC3E}">
        <p14:creationId xmlns:p14="http://schemas.microsoft.com/office/powerpoint/2010/main" val="29115222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0B1B086-57C7-5B08-AF44-231595249264}"/>
              </a:ext>
            </a:extLst>
          </p:cNvPr>
          <p:cNvSpPr>
            <a:spLocks noGrp="1"/>
          </p:cNvSpPr>
          <p:nvPr>
            <p:ph type="title"/>
          </p:nvPr>
        </p:nvSpPr>
        <p:spPr/>
        <p:txBody>
          <a:bodyPr/>
          <a:lstStyle/>
          <a:p>
            <a:r>
              <a:rPr lang="en-US"/>
              <a:t>New Training Offering: Modeling Radar Systems with MATLAB</a:t>
            </a:r>
          </a:p>
        </p:txBody>
      </p:sp>
      <p:sp>
        <p:nvSpPr>
          <p:cNvPr id="5" name="Content Placeholder 4">
            <a:extLst>
              <a:ext uri="{FF2B5EF4-FFF2-40B4-BE49-F238E27FC236}">
                <a16:creationId xmlns:a16="http://schemas.microsoft.com/office/drawing/2014/main" id="{99127147-D28E-B486-0B70-5667284CFA36}"/>
              </a:ext>
            </a:extLst>
          </p:cNvPr>
          <p:cNvSpPr>
            <a:spLocks noGrp="1"/>
          </p:cNvSpPr>
          <p:nvPr>
            <p:ph idx="1"/>
          </p:nvPr>
        </p:nvSpPr>
        <p:spPr>
          <a:xfrm>
            <a:off x="609600" y="1600200"/>
            <a:ext cx="7463692" cy="4648200"/>
          </a:xfrm>
        </p:spPr>
        <p:txBody>
          <a:bodyPr/>
          <a:lstStyle/>
          <a:p>
            <a:pPr marL="0" indent="0">
              <a:buNone/>
            </a:pPr>
            <a:r>
              <a:rPr lang="en-US" sz="1600"/>
              <a:t>Course Details</a:t>
            </a:r>
          </a:p>
          <a:p>
            <a:r>
              <a:rPr lang="en-US" sz="1600"/>
              <a:t>This two-day course provides a comprehensive introduction to radar system design and modeling with a focus on Radar Toolbox™.</a:t>
            </a:r>
          </a:p>
          <a:p>
            <a:pPr marL="0" indent="0">
              <a:buNone/>
            </a:pPr>
            <a:r>
              <a:rPr lang="en-US" sz="1600"/>
              <a:t> </a:t>
            </a:r>
          </a:p>
          <a:p>
            <a:pPr marL="0" indent="0">
              <a:buNone/>
            </a:pPr>
            <a:r>
              <a:rPr lang="en-US" sz="1600"/>
              <a:t>Topics include:</a:t>
            </a:r>
          </a:p>
          <a:p>
            <a:r>
              <a:rPr lang="en-US" sz="1600"/>
              <a:t>Radar systems engineering for preliminary radar design</a:t>
            </a:r>
          </a:p>
          <a:p>
            <a:r>
              <a:rPr lang="en-US" sz="1600"/>
              <a:t>Scenario generation including targets, propagation, and terrain </a:t>
            </a:r>
          </a:p>
          <a:p>
            <a:r>
              <a:rPr lang="en-US" sz="1600"/>
              <a:t>System simulation at the measurement and physics (IQ signal) level</a:t>
            </a:r>
          </a:p>
          <a:p>
            <a:r>
              <a:rPr lang="en-US" sz="1600"/>
              <a:t>Signal processing for target detection </a:t>
            </a:r>
          </a:p>
          <a:p>
            <a:r>
              <a:rPr lang="en-US" sz="1600"/>
              <a:t>Data processing for multi-object tracking</a:t>
            </a:r>
          </a:p>
          <a:p>
            <a:r>
              <a:rPr lang="en-US" sz="1600"/>
              <a:t>Higher fidelity modeling including antenna array design, waveform analysis, clutter, polarization, and micro-Doppler signature generation </a:t>
            </a:r>
          </a:p>
          <a:p>
            <a:r>
              <a:rPr lang="en-US" sz="1600"/>
              <a:t> Radar data synthesis and labeling for deep learning</a:t>
            </a:r>
          </a:p>
          <a:p>
            <a:endParaRPr lang="en-US" sz="1600"/>
          </a:p>
        </p:txBody>
      </p:sp>
      <p:pic>
        <p:nvPicPr>
          <p:cNvPr id="7" name="Picture 6">
            <a:extLst>
              <a:ext uri="{FF2B5EF4-FFF2-40B4-BE49-F238E27FC236}">
                <a16:creationId xmlns:a16="http://schemas.microsoft.com/office/drawing/2014/main" id="{26FCBB47-18C9-3469-20E4-4479B6433094}"/>
              </a:ext>
            </a:extLst>
          </p:cNvPr>
          <p:cNvPicPr>
            <a:picLocks noChangeAspect="1"/>
          </p:cNvPicPr>
          <p:nvPr/>
        </p:nvPicPr>
        <p:blipFill>
          <a:blip r:embed="rId2"/>
          <a:stretch>
            <a:fillRect/>
          </a:stretch>
        </p:blipFill>
        <p:spPr>
          <a:xfrm>
            <a:off x="8391078" y="1447800"/>
            <a:ext cx="3191320" cy="4458322"/>
          </a:xfrm>
          <a:prstGeom prst="rect">
            <a:avLst/>
          </a:prstGeom>
        </p:spPr>
      </p:pic>
      <p:sp>
        <p:nvSpPr>
          <p:cNvPr id="9" name="TextBox 8">
            <a:extLst>
              <a:ext uri="{FF2B5EF4-FFF2-40B4-BE49-F238E27FC236}">
                <a16:creationId xmlns:a16="http://schemas.microsoft.com/office/drawing/2014/main" id="{6FD25283-4CA2-606D-025A-2EC349612D99}"/>
              </a:ext>
            </a:extLst>
          </p:cNvPr>
          <p:cNvSpPr txBox="1"/>
          <p:nvPr/>
        </p:nvSpPr>
        <p:spPr>
          <a:xfrm>
            <a:off x="8462738" y="5895998"/>
            <a:ext cx="3048000" cy="646331"/>
          </a:xfrm>
          <a:prstGeom prst="rect">
            <a:avLst/>
          </a:prstGeom>
          <a:noFill/>
        </p:spPr>
        <p:txBody>
          <a:bodyPr wrap="square">
            <a:spAutoFit/>
          </a:bodyPr>
          <a:lstStyle/>
          <a:p>
            <a:pPr algn="ctr"/>
            <a:r>
              <a:rPr lang="en-US">
                <a:hlinkClick r:id="rId3"/>
              </a:rPr>
              <a:t>Modeling Radar Systems with MATLAB</a:t>
            </a:r>
            <a:endParaRPr lang="en-US"/>
          </a:p>
        </p:txBody>
      </p:sp>
    </p:spTree>
    <p:extLst>
      <p:ext uri="{BB962C8B-B14F-4D97-AF65-F5344CB8AC3E}">
        <p14:creationId xmlns:p14="http://schemas.microsoft.com/office/powerpoint/2010/main" val="20462114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MW_Public_widescreen">
  <a:themeElements>
    <a:clrScheme name="MW">
      <a:dk1>
        <a:srgbClr val="000000"/>
      </a:dk1>
      <a:lt1>
        <a:srgbClr val="FFFFFF"/>
      </a:lt1>
      <a:dk2>
        <a:srgbClr val="0076A8"/>
      </a:dk2>
      <a:lt2>
        <a:srgbClr val="ECF5F8"/>
      </a:lt2>
      <a:accent1>
        <a:srgbClr val="D78824"/>
      </a:accent1>
      <a:accent2>
        <a:srgbClr val="004B87"/>
      </a:accent2>
      <a:accent3>
        <a:srgbClr val="00A9E0"/>
      </a:accent3>
      <a:accent4>
        <a:srgbClr val="F2A900"/>
      </a:accent4>
      <a:accent5>
        <a:srgbClr val="B7302C"/>
      </a:accent5>
      <a:accent6>
        <a:srgbClr val="48A23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mw_public.potx" id="{77614DB2-AEEA-4C6F-B978-696DC4DCAD1E}" vid="{BAA8EA8E-6A7A-48B5-92CD-28D182738C5E}"/>
    </a:ext>
  </a:extLst>
</a:theme>
</file>

<file path=ppt/theme/theme2.xml><?xml version="1.0" encoding="utf-8"?>
<a:theme xmlns:a="http://schemas.openxmlformats.org/drawingml/2006/main" name="Master">
  <a:themeElements>
    <a:clrScheme name="TMW_PPT">
      <a:dk1>
        <a:sysClr val="windowText" lastClr="000000"/>
      </a:dk1>
      <a:lt1>
        <a:sysClr val="window" lastClr="FFFFFF"/>
      </a:lt1>
      <a:dk2>
        <a:srgbClr val="125687"/>
      </a:dk2>
      <a:lt2>
        <a:srgbClr val="EEECE1"/>
      </a:lt2>
      <a:accent1>
        <a:srgbClr val="95B3D7"/>
      </a:accent1>
      <a:accent2>
        <a:srgbClr val="781414"/>
      </a:accent2>
      <a:accent3>
        <a:srgbClr val="697819"/>
      </a:accent3>
      <a:accent4>
        <a:srgbClr val="D27809"/>
      </a:accent4>
      <a:accent5>
        <a:srgbClr val="BFBFBF"/>
      </a:accent5>
      <a:accent6>
        <a:srgbClr val="E5DD9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Presentation8" id="{1CD62A54-CA73-8A48-ADFC-054786B739D4}" vid="{6672B003-3335-8B4C-A004-CD715063FA9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F36C8CFA5DA0C4189B2CD3417AD2044" ma:contentTypeVersion="15" ma:contentTypeDescription="Create a new document." ma:contentTypeScope="" ma:versionID="03e9978a2fc6981265e010bdf8d001c8">
  <xsd:schema xmlns:xsd="http://www.w3.org/2001/XMLSchema" xmlns:xs="http://www.w3.org/2001/XMLSchema" xmlns:p="http://schemas.microsoft.com/office/2006/metadata/properties" xmlns:ns2="40a900f9-fc99-48f4-9266-426e1056e7e7" xmlns:ns3="fcce8307-a0f9-4d41-8c81-d90e99b0aef6" targetNamespace="http://schemas.microsoft.com/office/2006/metadata/properties" ma:root="true" ma:fieldsID="86c271c8f77a237435c01b55a7547ea5" ns2:_="" ns3:_="">
    <xsd:import namespace="40a900f9-fc99-48f4-9266-426e1056e7e7"/>
    <xsd:import namespace="fcce8307-a0f9-4d41-8c81-d90e99b0aef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a900f9-fc99-48f4-9266-426e1056e7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dc2fbcc8-9673-4dab-87c4-578ccfafc19c"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ce8307-a0f9-4d41-8c81-d90e99b0aef6"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09b9869c-351d-4593-ab9e-8cb88d69371a}" ma:internalName="TaxCatchAll" ma:showField="CatchAllData" ma:web="fcce8307-a0f9-4d41-8c81-d90e99b0aef6">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0a900f9-fc99-48f4-9266-426e1056e7e7">
      <Terms xmlns="http://schemas.microsoft.com/office/infopath/2007/PartnerControls"/>
    </lcf76f155ced4ddcb4097134ff3c332f>
    <TaxCatchAll xmlns="fcce8307-a0f9-4d41-8c81-d90e99b0aef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3DD20AD-C350-4D81-8005-38AC10583D44}">
  <ds:schemaRefs>
    <ds:schemaRef ds:uri="40a900f9-fc99-48f4-9266-426e1056e7e7"/>
    <ds:schemaRef ds:uri="fcce8307-a0f9-4d41-8c81-d90e99b0aef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73B851B7-D313-4E85-A1E0-5976CFE11EC3}">
  <ds:schemaRefs>
    <ds:schemaRef ds:uri="40a900f9-fc99-48f4-9266-426e1056e7e7"/>
    <ds:schemaRef ds:uri="fcce8307-a0f9-4d41-8c81-d90e99b0aef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B61DF2E-245C-45DF-A9A5-EABECEA4295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144</TotalTime>
  <Words>2064</Words>
  <Application>Microsoft Office PowerPoint</Application>
  <PresentationFormat>Widescreen</PresentationFormat>
  <Paragraphs>375</Paragraphs>
  <Slides>46</Slides>
  <Notes>8</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46</vt:i4>
      </vt:variant>
    </vt:vector>
  </HeadingPairs>
  <TitlesOfParts>
    <vt:vector size="55" baseType="lpstr">
      <vt:lpstr>Arial</vt:lpstr>
      <vt:lpstr>Arial Black</vt:lpstr>
      <vt:lpstr>Calibri</vt:lpstr>
      <vt:lpstr>Courier New</vt:lpstr>
      <vt:lpstr>Roboto</vt:lpstr>
      <vt:lpstr>Segoe UI Semibold</vt:lpstr>
      <vt:lpstr>Wingdings</vt:lpstr>
      <vt:lpstr>MW_Public_widescreen</vt:lpstr>
      <vt:lpstr>Master</vt:lpstr>
      <vt:lpstr>RF for Radar Workshop </vt:lpstr>
      <vt:lpstr>Download Workshop Files</vt:lpstr>
      <vt:lpstr>Download Workshop Files</vt:lpstr>
      <vt:lpstr>Companion Webinar</vt:lpstr>
      <vt:lpstr>PowerPoint Presentation</vt:lpstr>
      <vt:lpstr>Today’s Exercises</vt:lpstr>
      <vt:lpstr>Model Radar with Increasing Levels of Fidelity</vt:lpstr>
      <vt:lpstr>Working with the Live Editor</vt:lpstr>
      <vt:lpstr>Coding Constructs and Practices</vt:lpstr>
      <vt:lpstr>Use the Work Scripts, not the Solution Scripts</vt:lpstr>
      <vt:lpstr>Electromagnetic Spectrum Operations Systems Domains</vt:lpstr>
      <vt:lpstr>Authoritative Source of Truth ▪ Reuse/Refine ▪ Value at Multiple Stages Digital Engineering Capabilities</vt:lpstr>
      <vt:lpstr>Exercise 1: System-Level Radar Specifications   </vt:lpstr>
      <vt:lpstr>Step 1 – Radar Specifications: Model, Analyze &amp; Simulate, Flow-down</vt:lpstr>
      <vt:lpstr>Substep C. Analyze System and Derive Subsystem Spec</vt:lpstr>
      <vt:lpstr>Step D. Design Model: Simulate Specs in Design Model (Baseline)</vt:lpstr>
      <vt:lpstr>Simulation to Confirm Radar Designer Analysis</vt:lpstr>
      <vt:lpstr>Step 2:  Antenna Array Susbsystem Design</vt:lpstr>
      <vt:lpstr>Array Integration: 16x16 Antenna Design</vt:lpstr>
      <vt:lpstr>Step 3: TR Module Integration and Verification</vt:lpstr>
      <vt:lpstr>Step 3: Module Integration and Verification</vt:lpstr>
      <vt:lpstr>RF Budget Analyzer to Match Transmitter and Receiver Specs</vt:lpstr>
      <vt:lpstr>Step 2 - RF Component Design: Analyze First, Simulate Next</vt:lpstr>
      <vt:lpstr>Transmitter Specifications (Baseline)</vt:lpstr>
      <vt:lpstr>Transmitter Design: Common Path, Switches, and Component Specs</vt:lpstr>
      <vt:lpstr>Receiver Specifications (Baseline)</vt:lpstr>
      <vt:lpstr>Receiver Design: Common Path, Switches, and Component Specs</vt:lpstr>
      <vt:lpstr>Integrate Transmitter Antenna</vt:lpstr>
      <vt:lpstr>Integrate Receiver Antenna</vt:lpstr>
      <vt:lpstr>TR Module: TX Mode Power Budget</vt:lpstr>
      <vt:lpstr>TR Module: RX Mode Power Budget</vt:lpstr>
      <vt:lpstr>RF Component Modeling Using Measurements and Datasheets</vt:lpstr>
      <vt:lpstr>Radar System with TR Module </vt:lpstr>
      <vt:lpstr>Radar System with TR Module Datasheet Model </vt:lpstr>
      <vt:lpstr>Radar System with TR Module and Full Array</vt:lpstr>
      <vt:lpstr>Radar System with TR Module Placeholder and Full Array</vt:lpstr>
      <vt:lpstr>Radar System with TR Module Data-Sheet Model and Full Array</vt:lpstr>
      <vt:lpstr>Radar System with TR Module and Beamforming</vt:lpstr>
      <vt:lpstr>Transmitter Specifications (Component Specs)</vt:lpstr>
      <vt:lpstr>Transmitter Specifications: HB Analysis – PA in Compression</vt:lpstr>
      <vt:lpstr>Receiver Specifications (Component Specs)</vt:lpstr>
      <vt:lpstr>TR Module: TX Mode Power Budget</vt:lpstr>
      <vt:lpstr>TR Module: RX Mode Power Budget</vt:lpstr>
      <vt:lpstr>Architecture + Analysis + Simulation = Digital Twin</vt:lpstr>
      <vt:lpstr>Conclusions</vt:lpstr>
      <vt:lpstr>New Training Offering: Modeling Radar Systems with MATLAB</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Hands-on Introduction to Radar Workflows</dc:title>
  <dc:subject/>
  <dc:creator>Tony Azar</dc:creator>
  <cp:keywords>Version 23.0</cp:keywords>
  <dc:description/>
  <cp:lastModifiedBy>Gerald Albertini</cp:lastModifiedBy>
  <cp:revision>2</cp:revision>
  <dcterms:created xsi:type="dcterms:W3CDTF">2023-06-28T18:20:02Z</dcterms:created>
  <dcterms:modified xsi:type="dcterms:W3CDTF">2026-05-04T08:59:00Z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441712758</vt:i4>
  </property>
  <property fmtid="{D5CDD505-2E9C-101B-9397-08002B2CF9AE}" pid="3" name="_NewReviewCycle">
    <vt:lpwstr/>
  </property>
  <property fmtid="{D5CDD505-2E9C-101B-9397-08002B2CF9AE}" pid="4" name="_EmailSubject">
    <vt:lpwstr>Quick PPT question</vt:lpwstr>
  </property>
  <property fmtid="{D5CDD505-2E9C-101B-9397-08002B2CF9AE}" pid="5" name="_AuthorEmail">
    <vt:lpwstr>Julie.Cornell@mathworks.com</vt:lpwstr>
  </property>
  <property fmtid="{D5CDD505-2E9C-101B-9397-08002B2CF9AE}" pid="6" name="_AuthorEmailDisplayName">
    <vt:lpwstr>Julie Cornell</vt:lpwstr>
  </property>
  <property fmtid="{D5CDD505-2E9C-101B-9397-08002B2CF9AE}" pid="7" name="ContentTypeId">
    <vt:lpwstr>0x010100BF36C8CFA5DA0C4189B2CD3417AD2044</vt:lpwstr>
  </property>
  <property fmtid="{D5CDD505-2E9C-101B-9397-08002B2CF9AE}" pid="8" name="Order">
    <vt:r8>47491500</vt:r8>
  </property>
  <property fmtid="{D5CDD505-2E9C-101B-9397-08002B2CF9AE}" pid="9" name="xd_Signature">
    <vt:bool>false</vt:bool>
  </property>
  <property fmtid="{D5CDD505-2E9C-101B-9397-08002B2CF9AE}" pid="10" name="xd_ProgID">
    <vt:lpwstr/>
  </property>
  <property fmtid="{D5CDD505-2E9C-101B-9397-08002B2CF9AE}" pid="11" name="ComplianceAssetId">
    <vt:lpwstr/>
  </property>
  <property fmtid="{D5CDD505-2E9C-101B-9397-08002B2CF9AE}" pid="12" name="TemplateUrl">
    <vt:lpwstr/>
  </property>
  <property fmtid="{D5CDD505-2E9C-101B-9397-08002B2CF9AE}" pid="13" name="MediaServiceImageTags">
    <vt:lpwstr/>
  </property>
</Properties>
</file>